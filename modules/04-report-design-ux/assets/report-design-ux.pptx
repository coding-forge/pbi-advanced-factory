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Report Design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Reports are decision interfaces.;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Executive summary; Analyst exploration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filters vs. visual filters; Slicer placement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Summary-to-detail analysis; Drillthrough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Context without clutter; Tooltip page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Guided experiences; Show/hide panels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navigation buttons; Navigator visuals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Metric switching; Dimension switching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Reports are decision interfaces.</a:t>
            </a:r>
            <a:br/>
            <a:r>
              <a:t>•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Interactivity should reduce cognitive 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cognitive, decision, follow, interactivity, interfaces.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Executive summary</a:t>
            </a:r>
            <a:br/>
            <a:r>
              <a:t>• Analyst 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Operational monitoring</a:t>
            </a:r>
            <a:br/>
            <a:r>
              <a:t>• Detail and exception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analyst, driven, executive, handling,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Page filters vs. visual filters</a:t>
            </a:r>
            <a:br/>
            <a:r>
              <a:t>• Slicer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slicers</a:t>
            </a:r>
            <a:br/>
            <a:r>
              <a:t>• Avoiding filter confusion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avoiding, confusion, filters, slicers.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Summary-to-detail analysis</a:t>
            </a:r>
            <a:br/>
            <a:r>
              <a:t>• Drillthrough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Back button</a:t>
            </a:r>
            <a:br/>
            <a:r>
              <a:t>• Detail page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Context without clutter</a:t>
            </a:r>
            <a:br/>
            <a:r>
              <a:t>• Tooltip page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Tooltip assignment</a:t>
            </a:r>
            <a:br/>
            <a:r>
              <a:t>• Design constraints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assignment, constraints.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Guided experiences</a:t>
            </a:r>
            <a:br/>
            <a:r>
              <a:t>• Show/hide panels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Reset filters</a:t>
            </a:r>
            <a:br/>
            <a:r>
              <a:t>• Bookmark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experiences, filters, panels.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Page navigation buttons</a:t>
            </a:r>
            <a:br/>
            <a:r>
              <a:t>• Navigator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Conditional navigation concepts</a:t>
            </a:r>
            <a:br/>
            <a:r>
              <a:t>• Navigation labels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concepts.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Metric switching</a:t>
            </a:r>
            <a:br/>
            <a:r>
              <a:t>• Dimension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Slicer-driven exploration</a:t>
            </a:r>
            <a:br/>
            <a:r>
              <a:t>• Controlled flexibility vs. duplicated pages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driven, duplicated.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Conditional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Business thresholds</a:t>
            </a:r>
            <a:br/>
            <a:r>
              <a:t>• Color meaning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Icon and data bar usage</a:t>
            </a:r>
            <a:br/>
            <a:r>
              <a:t>• Avoiding over-formatting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avoiding, usage.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Mobile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Mobile-specific design</a:t>
            </a:r>
            <a:br/>
            <a:r>
              <a:t>• Touch targets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Visual prioritization</a:t>
            </a:r>
            <a:br/>
            <a:r>
              <a:t>•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prioritization, specific, touch.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Alt text</a:t>
            </a:r>
            <a:br/>
            <a:r>
              <a:t>• Tab order</a:t>
            </a:r>
            <a:br/>
            <a:r>
              <a:t>• Contrast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Keyboard navigation</a:t>
            </a:r>
            <a:br/>
            <a:r>
              <a:t>• Clear visual titles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keyboard.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Core report interactions are Gov-ready.</a:t>
            </a:r>
            <a:br/>
            <a:r>
              <a:t>• Mobile depends on customer policy.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Personalized visuals and AI visuals need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depends, policy.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13.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UX validation checklist</a:t>
            </a:r>
            <a:br/>
            <a:r>
              <a:t>• Screenshot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production, screenshot.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