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repeatable data preparation. Emphasize staging, parameters, source lineage, reusable functions, and visible error review.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repeatable data preparation. Emphasize staging, parameters, source lineage, reusable functions, and visible error review.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Power Query architecture matters.</a:t>
            </a:r>
          </a:p>
          <a:p>
            <a:r>
              <a:t>Talking points to expand: Talking points, learner value, and lab connection Talking points • Transformation logic is part of the solution. • One long query is hard to test and maintain. Why it helps • Staging makes intent visible. Lab connection Coverage: Covered. Use the lab README to demonstrate or discuss this topic. Review terms: intent, makes, matters, solution, visible. 03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Staging query pattern.</a:t>
            </a:r>
          </a:p>
          <a:p>
            <a:r>
              <a:t>Talking points to expand: Talking points, learner value, and lab connection Talking points • Raw source queries • Staging queries Why it helps • Final model queries • Load-enabled vs. load-disabled queries Lab connection Coverage: Covered. Use the lab README to demonstrate or discuss this topic. Review terms: none. 04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Folder-combine pattern.</a:t>
            </a:r>
          </a:p>
          <a:p>
            <a:r>
              <a:t>Talking points to expand: Talking points, learner value, and lab connection Talking points • File filters • Sample file transformation • Schema consistency Why it helps • Hidden/temp file handling • Future monthly files Lab connection Coverage: Covered. Use the lab README to demonstrate or discuss this topic. Review terms: consistency, future, hidden. 05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M language fundamentals.</a:t>
            </a:r>
          </a:p>
          <a:p>
            <a:r>
              <a:t>Talking points to expand: Talking points, learner value, and lab connection Talking points • Applied steps • Step references Why it helps • Lists, records, and tables • Generated M vs. handwritten M Lab connection Coverage: Partial. Use the lab README to demonstrate or discuss this topic. Review terms: fundamentals, handwritten, language, lists, records. 06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Parameters.</a:t>
            </a:r>
          </a:p>
          <a:p>
            <a:r>
              <a:t>Talking points to expand: Talking points, learner value, and lab connection Talking points • Source path parameters • Environment switching Why it helps • RangeStart and RangeEnd • Parameter governance Lab connection Coverage: Covered. Use the lab README to demonstrate or discuss this topic. Review terms: governance. 07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Custom functions.</a:t>
            </a:r>
          </a:p>
          <a:p>
            <a:r>
              <a:t>Talking points to expand: Talking points, learner value, and lab connection Talking points • Function inputs • Reusable cleanup logic Why it helps • Invoking functions • Testing functions Lab connection Coverage: Covered. Use the lab README to demonstrate or discuss this topic. Review terms: inputs, invoking, testing. 08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Query folding.</a:t>
            </a:r>
          </a:p>
          <a:p>
            <a:r>
              <a:t>Talking points to expand: Talking points, learner value, and lab connection Talking points • What folds • Why folding matters • View Native Query Why it helps • Folding blockers • Connector dependency Lab connection Coverage: Partial. Use the lab README to demonstrate or discuss this topic. Review terms: blockers, dependency, folds, matters. 09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Native queries and source systems.</a:t>
            </a:r>
          </a:p>
          <a:p>
            <a:r>
              <a:t>Talking points to expand: Talking points, learner value, and lab connection Talking points • When native queries help • When native queries hurt maintainability Why it helps • Security and gateway considerations Lab connection Coverage: Partial. Use the lab README to demonstrate or discuss this topic. Review terms: considerations, maintainability, security, systems. 10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Data quality and errors.</a:t>
            </a:r>
          </a:p>
          <a:p>
            <a:r>
              <a:t>Talking points to expand: Talking points, learner value, and lab connection Talking points • Explicit types • Replacing errors Why it helps • Keeping error rows for review • Business-rule checks Lab connection Coverage: Partial. Use the lab README to demonstrate or discuss this topic. Review terms: business, checks, errors, keeping, replacing. 11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Incremental refresh preparation.</a:t>
            </a:r>
          </a:p>
          <a:p>
            <a:r>
              <a:t>Talking points to expand: Talking points, learner value, and lab connection Talking points • DateTime requirements • RangeStart and RangeEnd Why it helps • Filtering fact data • Service policy validation Lab connection Coverage: Covered. Use the lab README to demonstrate or discuss this topic. Review terms: none. 12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Core Desktop transformations are Gov-ready. • Connectors and dataflows require validation. Why it helps • Dataflows Gen2 is commercial-focused unless confirmed. Lab connection Coverage: Covered. Use the lab README to demonstrate or discuss this topic. Review terms: confirmed, considerations. 13</a:t>
            </a:r>
          </a:p>
          <a:p>
            <a:r>
              <a:t>Why it matters: Frame this module as repeatable data preparation. Emphasize staging, parameters, source lineage, reusable functions, and visible error review.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Power Query M language: https://learn.microsoft.com/powerquery-m/ | Query parameters: https://learn.microsoft.com/power-query/power-query-query-parameters | Error handling: https://learn.microsoft.com/power-query/dealing-with-errors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Power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Power Query architecture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Transformation logic is part of the solution.; One long query is hard to test and maintain.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Staging query pattern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Raw source queries; Staging queries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Folder-combine pattern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File filters; Sample file transformation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M language fundamentals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Applied steps; Step references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Source path parameters; Environment switching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Custom functions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Function inputs; Reusable cleanup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Query folding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folds; Why folding matters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Native queries and source systems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When native queries help; When native queries hurt maintainability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Power Query architecture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Transformation logic is part of the solution.</a:t>
            </a:r>
            <a:br/>
            <a:r>
              <a:t>• One long query is hard to test and maintain.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Staging makes intent visible.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Staging query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Raw source queries</a:t>
            </a:r>
            <a:br/>
            <a:r>
              <a:t>• Staging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Final model queries</a:t>
            </a:r>
            <a:br/>
            <a:r>
              <a:t>• Load-enabled vs. load-disabled queries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Folder-combine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File filters</a:t>
            </a:r>
            <a:br/>
            <a:r>
              <a:t>• Sample file transformation</a:t>
            </a:r>
            <a:br/>
            <a:r>
              <a:t>• Schema consistency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Hidden/temp file handling</a:t>
            </a:r>
            <a:br/>
            <a:r>
              <a:t>• Future monthly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M language fundamentals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Applied steps</a:t>
            </a:r>
            <a:br/>
            <a:r>
              <a:t>• Step references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Lists, records, and tables</a:t>
            </a:r>
            <a:br/>
            <a:r>
              <a:t>• Generated M vs. handwritten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Source path parameters</a:t>
            </a:r>
            <a:br/>
            <a:r>
              <a:t>• Environment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RangeStart and RangeEnd</a:t>
            </a:r>
            <a:br/>
            <a:r>
              <a:t>• Parameter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Custom functions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Function inputs</a:t>
            </a:r>
            <a:br/>
            <a:r>
              <a:t>• Reusable cleanup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Invoking functions</a:t>
            </a:r>
            <a:br/>
            <a:r>
              <a:t>• Testing functions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Query folding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What folds</a:t>
            </a:r>
            <a:br/>
            <a:r>
              <a:t>• Why folding matters</a:t>
            </a:r>
            <a:br/>
            <a:r>
              <a:t>• View Native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Folding blockers</a:t>
            </a:r>
            <a:br/>
            <a:r>
              <a:t>• Connector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Native queries and source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When native queries help</a:t>
            </a:r>
            <a:br/>
            <a:r>
              <a:t>• When native queries hurt maintainability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Security and gateway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Data quality and errors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Explicit types</a:t>
            </a:r>
            <a:br/>
            <a:r>
              <a:t>• Replacing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Keeping error rows for review</a:t>
            </a:r>
            <a:br/>
            <a:r>
              <a:t>• Business-rule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Incremental refresh preparation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DateTime requirements</a:t>
            </a:r>
            <a:br/>
            <a:r>
              <a:t>• RangeStart and RangeEnd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Filtering fact data</a:t>
            </a:r>
            <a:br/>
            <a:r>
              <a:t>• Service policy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Core Desktop transformations are Gov-ready.</a:t>
            </a:r>
            <a:br/>
            <a:r>
              <a:t>• Connectors and dataflows require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Dataflows Gen2 is commercial-focused unless confirmed.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Staged solution</a:t>
            </a:r>
            <a:br/>
            <a:r>
              <a:t>• Folder combine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Parameters and functions</a:t>
            </a:r>
            <a:br/>
            <a:r>
              <a:t>• Validation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