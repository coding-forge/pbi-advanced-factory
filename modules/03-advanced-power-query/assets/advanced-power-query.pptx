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Advanced Power Query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Power BI Advanced Factory teaching deck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this to introduce the section before hands-on labs.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Why Power Query architecture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Transformation logic is part of the solution.; One long query is hard to test and maintain.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Staging query pattern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Raw source queries; Staging queries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Folder-combine pattern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File filters; Sample file transformation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M language fundamentals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Applied steps; Step references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Parameters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Source path parameters; Environment switching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Custom functions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Function inputs; Reusable cleanup logic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Query folding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What folds; Why folding matters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Native queries and source systems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When native queries help; When native queries hurt maintainability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Why Power Query architecture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Transformation logic is part of the solution.</a:t>
            </a:r>
            <a:br/>
            <a:r>
              <a:t>• One long query is hard to test and maintain.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Staging makes intent visible.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intent, makes, matters, solution, visible.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Staging query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Raw source queries</a:t>
            </a:r>
            <a:br/>
            <a:r>
              <a:t>• Staging queries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Final model queries</a:t>
            </a:r>
            <a:br/>
            <a:r>
              <a:t>• Load-enabled vs. load-disabled queries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none.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Folder-combine pattern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File filters</a:t>
            </a:r>
            <a:br/>
            <a:r>
              <a:t>• Sample file transformation</a:t>
            </a:r>
            <a:br/>
            <a:r>
              <a:t>• Schema consistency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Hidden/temp file handling</a:t>
            </a:r>
            <a:br/>
            <a:r>
              <a:t>• Future monthly files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consistency, future, hidden.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M language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Applied steps</a:t>
            </a:r>
            <a:br/>
            <a:r>
              <a:t>• Step references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Lists, records, and tables</a:t>
            </a:r>
            <a:br/>
            <a:r>
              <a:t>• Generated M vs. handwritten 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fundamentals, handwritten, language, lists, records.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Source path parameters</a:t>
            </a:r>
            <a:br/>
            <a:r>
              <a:t>• Environment switching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RangeStart and RangeEnd</a:t>
            </a:r>
            <a:br/>
            <a:r>
              <a:t>• Parameter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governance.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Custom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Function inputs</a:t>
            </a:r>
            <a:br/>
            <a:r>
              <a:t>• Reusable cleanup logic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Invoking functions</a:t>
            </a:r>
            <a:br/>
            <a:r>
              <a:t>• Testing functions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inputs, invoking, testing.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Query folding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What folds</a:t>
            </a:r>
            <a:br/>
            <a:r>
              <a:t>• Why folding matters</a:t>
            </a:r>
            <a:br/>
            <a:r>
              <a:t>• View Native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Folding blockers</a:t>
            </a:r>
            <a:br/>
            <a:r>
              <a:t>• Connector dependency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blockers, dependency, folds, matters.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Native queries and source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When native queries help</a:t>
            </a:r>
            <a:br/>
            <a:r>
              <a:t>• When native queries hurt maintainability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Security and gateway considerations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considerations, maintainability, security, systems.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Data quality and errors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Explicit types</a:t>
            </a:r>
            <a:br/>
            <a:r>
              <a:t>• Replacing errors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Keeping error rows for review</a:t>
            </a:r>
            <a:br/>
            <a:r>
              <a:t>• Business-rule checks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Partial. Use the lab README to demonstrate or discuss this topic. Review terms: business, checks, errors, keeping, replacing.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Incremental refresh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DateTime requirements</a:t>
            </a:r>
            <a:br/>
            <a:r>
              <a:t>• RangeStart and RangeEnd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Filtering fact data</a:t>
            </a:r>
            <a:br/>
            <a:r>
              <a:t>• Service policy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none.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Azure Government considerations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Core Desktop transformations are Gov-ready.</a:t>
            </a:r>
            <a:br/>
            <a:r>
              <a:t>• Connectors and dataflows require validation.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Dataflows Gen2 is commercial-focused unless confirmed.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confirmed, considerations.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Lab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Talking points, learner value, and lab connection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Talking points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Staged solution</a:t>
            </a:r>
            <a:br/>
            <a:r>
              <a:t>• Folder combine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Parameters and functions</a:t>
            </a:r>
            <a:br/>
            <a:r>
              <a:t>• Validation checklist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Lab connection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Coverage: Covered. Use the lab README to demonstrate or discuss this topic. Review terms: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