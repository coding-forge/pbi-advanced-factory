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Advanced Analytics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Advanced analytics vs. AI-assisted features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Analytical patterns; AI visuals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What-if parameters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Parameter table; Generated measure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Decomposition tree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Driver analysis; Explain by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Forecasting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Time-series requirements; Confidence intervals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Anomaly detection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Unusual trend identification; Interpretation limits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Key influencers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Influencer analysis; Categorical and numeric outcomes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Python and R visuals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Runtime requirements; Package governance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Azure Machine Learning integration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Architecture overview; Identity and network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Advanced analytics vs. AI-assisted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Analytical patterns</a:t>
            </a:r>
            <a:br/>
            <a:r>
              <a:t>• AI visuals</a:t>
            </a:r>
            <a:br/>
            <a:r>
              <a:t>• External ML integration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Copilot experiences</a:t>
            </a:r>
            <a:br/>
            <a:r>
              <a:t>• Governance and availability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experiences, external, patterns.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What-if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Parameter table</a:t>
            </a:r>
            <a:br/>
            <a:r>
              <a:t>• Generated measure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Scenario analysis</a:t>
            </a:r>
            <a:br/>
            <a:r>
              <a:t>• Business interpretation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business.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Decomposition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Driver analysis</a:t>
            </a:r>
            <a:br/>
            <a:r>
              <a:t>• Explain by fields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Guided exploration</a:t>
            </a:r>
            <a:br/>
            <a:r>
              <a:t>• Availability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exploration, guided.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Forecasting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Time-series requirements</a:t>
            </a:r>
            <a:br/>
            <a:r>
              <a:t>• Confidence intervals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Seasonality considerations</a:t>
            </a:r>
            <a:br/>
            <a:r>
              <a:t>• Validation and interpretation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seasonality, series.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Anomaly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Unusual trend identification</a:t>
            </a:r>
            <a:br/>
            <a:r>
              <a:t>• Interpretation limits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Data quality considerations</a:t>
            </a:r>
            <a:br/>
            <a:r>
              <a:t>• Availability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identification, quality, unusual.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Key influencers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Influencer analysis</a:t>
            </a:r>
            <a:br/>
            <a:r>
              <a:t>• Categorical and numeric outcomes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Explainability and limitations</a:t>
            </a:r>
            <a:br/>
            <a:r>
              <a:t>• Availability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categorical, explainability, outcomes.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Python and R visuals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Runtime requirements</a:t>
            </a:r>
            <a:br/>
            <a:r>
              <a:t>• Package governance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Service limitations</a:t>
            </a:r>
            <a:br/>
            <a:r>
              <a:t>• Security considerations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security.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Azure Machine Learning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Architecture overview</a:t>
            </a:r>
            <a:br/>
            <a:r>
              <a:t>• Identity and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Region and cloud alignment</a:t>
            </a:r>
            <a:br/>
            <a:r>
              <a:t>• Model governance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alignment, overview.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Copilot in Power BI/Fabric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Authoring assistance</a:t>
            </a:r>
            <a:br/>
            <a:r>
              <a:t>• Summarization</a:t>
            </a:r>
            <a:br/>
            <a:r>
              <a:t>• Data exploration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Tenant/capacity constraints</a:t>
            </a:r>
            <a:br/>
            <a:r>
              <a:t>• Gov availability caveats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assistance, authoring, caveats, exploration, summarization.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Gov-safe alternate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What-if parameters</a:t>
            </a:r>
            <a:br/>
            <a:r>
              <a:t>• Manual driver analysis</a:t>
            </a:r>
            <a:br/>
            <a:r>
              <a:t>• Decomposition with standard visuals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DAX-based exception flags</a:t>
            </a:r>
            <a:br/>
            <a:r>
              <a:t>• Documented assumptions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exception, flags, standard.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Delivery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Is the feature available?</a:t>
            </a:r>
            <a:br/>
            <a:r>
              <a:t>• Is it approved?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Is data residency acceptable?</a:t>
            </a:r>
            <a:br/>
            <a:r>
              <a:t>• Is there a non-AI fallback?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acceptable, decision, framework.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Lab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Feature labels</a:t>
            </a:r>
            <a:br/>
            <a:r>
              <a:t>• Scenario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Governance notes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labels, notes.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