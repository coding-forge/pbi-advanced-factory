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Aptos Display"/>
              </a:defRPr>
            </a:pPr>
            <a:r>
              <a:t>Advanced Semantic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C39A"/>
                </a:solidFill>
                <a:latin typeface="Aptos"/>
              </a:defRPr>
            </a:pPr>
            <a:r>
              <a:t>Power BI Advanced Factory teaching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What students learn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Key concepts and talking points from the module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91440" cy="12344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How the topic helps authors and report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914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How labs connect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learners apply the theme hands-on.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Module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this to introduce the section before hands-on labs.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1. Why semantic modeling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Advanced Power BI starts with the model.; Poor models create slow reports, complex DAX, and inconsistent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2. From flat files to analytical models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Reporting exports vs. analytical models; Repeated text attributes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3. Star schema design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Fact table grain; Dimension attributes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4. Relationship design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One-to-many relationships; Cardinality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5. Role-playing dimensions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Order date, ship date, invoice date; Duplicated dimensions vs. inactive relationships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6. Bridge tables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Multi-valued attributes; Customer-to-segment example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7. Composite models and storage modes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Import; DirectQuery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8. Large semantic model considerations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Cardinality reduction; Aggregations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1. Why semantic modeling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Advanced Power BI starts with the model.</a:t>
            </a:r>
            <a:br/>
            <a:r>
              <a:t>• Poor models create slow reports, complex DAX, and inconsistent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Enterprise models should be reusable, governed, and understandable.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complex, governed, inconsistent, matters, reports.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2. From flat files to analytical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Reporting exports vs. analytical models</a:t>
            </a:r>
            <a:br/>
            <a:r>
              <a:t>• Repeated text attributes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Hidden grain problems</a:t>
            </a:r>
            <a:br/>
            <a:r>
              <a:t>• Fact and dimension separation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analytical, exports, hidden, problems, repeated.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3. Star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Fact table grain</a:t>
            </a:r>
            <a:br/>
            <a:r>
              <a:t>• Dimension attributes</a:t>
            </a:r>
            <a:br/>
            <a:r>
              <a:t>• Surrogate/business 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Conformed dimensions</a:t>
            </a:r>
            <a:br/>
            <a:r>
              <a:t>• Model readability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conformed, readability, surrogate.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4. Relationship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One-to-many relationships</a:t>
            </a:r>
            <a:br/>
            <a:r>
              <a:t>• Cardinality</a:t>
            </a:r>
            <a:br/>
            <a:r>
              <a:t>• Single-direction filtering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Ambiguity and bi-directional filters</a:t>
            </a:r>
            <a:br/>
            <a:r>
              <a:t>• Many-to-many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risks.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5. Role-playing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Order date, ship date, invoice date</a:t>
            </a:r>
            <a:br/>
            <a:r>
              <a:t>• Duplicated dimensions vs. inactive relationships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`USERELATIONSHIP` pattern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duplicated, inactive, overview, userelationship.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6. Bridge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Multi-valued attributes</a:t>
            </a:r>
            <a:br/>
            <a:r>
              <a:t>• Customer-to-segment 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Bridge table grain</a:t>
            </a:r>
            <a:br/>
            <a:r>
              <a:t>• Filter direction considerations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considerations.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7. Composite models and storage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Import</a:t>
            </a:r>
            <a:br/>
            <a:r>
              <a:t>• DirectQuery</a:t>
            </a:r>
            <a:br/>
            <a:r>
              <a:t>• Dual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Composite models</a:t>
            </a:r>
            <a:br/>
            <a:r>
              <a:t>• Hybrid table concept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modes,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8. Large semantic model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Cardinality reduction</a:t>
            </a:r>
            <a:br/>
            <a:r>
              <a:t>• Aggregations</a:t>
            </a:r>
            <a:br/>
            <a:r>
              <a:t>• Incremental refresh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Capacity and tenant settings</a:t>
            </a:r>
            <a:br/>
            <a:r>
              <a:t>• Gov validation requirements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aggregations, capacity, considerations, incremental, reduction.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9. Module lab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Data overview</a:t>
            </a:r>
            <a:br/>
            <a:r>
              <a:t>• Target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Validation checks</a:t>
            </a:r>
            <a:br/>
            <a:r>
              <a:t>• Optional commercial-enhanced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Partial. Use the lab README to demonstrate or discuss this topic. Review terms: checks, commercial, enhanced, overview, walkthrough.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10. Knowledge check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Talking points, learner value, and lab connection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Talking points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Design tradeoffs</a:t>
            </a:r>
            <a:br/>
            <a:r>
              <a:t>• Gov readiness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Production review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Lab connection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Coverage: Covered. Use the lab README to demonstrate or discuss this topic. Review terms: discussion, knowledge, production.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Sources and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these official Microsoft docs for deeper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guidance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Desktop docs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https://learn.microsoft.com/power-bi/fundamentals/desktop-getting-started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42615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 M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3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92423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1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reference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1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42231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