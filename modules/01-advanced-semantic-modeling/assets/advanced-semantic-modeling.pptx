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242" d="100"/>
          <a:sy n="242" d="100"/>
        </p:scale>
        <p:origin x="51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Advanced Semantic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1. Why semantic modeling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Advanced Power BI starts with the model.; Poor models create slow reports, complex DAX, and inconsistent metrics.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2. From flat files to analytical models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Reporting exports vs. analytical models; Repeated text attributes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3. Star schema design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Fact table grain; Dimension attributes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4. Relationship design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One-to-many relationships; Cardinality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5. Role-playing dimensions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Order date, ship date, invoice date; Duplicated dimensions vs. inactive relationships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6. Bridge tables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Multi-valued attributes; Customer-to-segment example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7. Composite models and storage modes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Import; DirectQuery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8. Large semantic model considerations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Cardinality reduction; Aggregations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1. Why semantic modeling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Advanced Power BI starts with the model.</a:t>
            </a:r>
            <a:br/>
            <a:r>
              <a:t>• Poor models create slow reports, complex DAX, and inconsistent metrics.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Enterprise models should be reusable, governed, and understandable.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complex, governed, inconsistent, matters, reports.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2. From flat files to analytical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Reporting exports vs. analytical models</a:t>
            </a:r>
            <a:br/>
            <a:r>
              <a:t>• Repeated text attributes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Hidden grain problems</a:t>
            </a:r>
            <a:br/>
            <a:r>
              <a:t>• Fact and dimension separation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analytical, exports, hidden, problems, repeated.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3. Star schema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Fact table grain</a:t>
            </a:r>
            <a:br/>
            <a:r>
              <a:t>• Dimension attributes</a:t>
            </a:r>
            <a:br/>
            <a:r>
              <a:t>• Surrogate/business keys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Conformed dimensions</a:t>
            </a:r>
            <a:br/>
            <a:r>
              <a:t>• Model readability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conformed, readability, surrogate.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4. Relationship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One-to-many relationships</a:t>
            </a:r>
            <a:br/>
            <a:r>
              <a:t>• Cardinality</a:t>
            </a:r>
            <a:br/>
            <a:r>
              <a:t>• Single-direction filtering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Ambiguity and bi-directional filters</a:t>
            </a:r>
            <a:br/>
            <a:r>
              <a:t>• Many-to-many risks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risks.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5. Role-playing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Order date, ship date, invoice date</a:t>
            </a:r>
            <a:br/>
            <a:r>
              <a:t>• Duplicated dimensions vs. inactive relationships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`USERELATIONSHIP` pattern overview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duplicated, inactive, overview, userelationship.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6. Bridge tables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Multi-valued attributes</a:t>
            </a:r>
            <a:br/>
            <a:r>
              <a:t>• Customer-to-segment example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Bridge table grain</a:t>
            </a:r>
            <a:br/>
            <a:r>
              <a:t>• Filter direction considerations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considerations.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7. Composite models and storage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Import</a:t>
            </a:r>
            <a:br/>
            <a:r>
              <a:t>• DirectQuery</a:t>
            </a:r>
            <a:br/>
            <a:r>
              <a:t>• Dual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Composite models</a:t>
            </a:r>
            <a:br/>
            <a:r>
              <a:t>• Hybrid table concept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modes, requirements.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8. Large semantic model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Cardinality reduction</a:t>
            </a:r>
            <a:br/>
            <a:r>
              <a:t>• Aggregations</a:t>
            </a:r>
            <a:br/>
            <a:r>
              <a:t>• Incremental refresh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Capacity and tenant settings</a:t>
            </a:r>
            <a:br/>
            <a:r>
              <a:t>• Gov validation requirements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aggregations, capacity, considerations, incremental, reduction.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9. Module lab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Data overview</a:t>
            </a:r>
            <a:br/>
            <a:r>
              <a:t>• Target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Validation checks</a:t>
            </a:r>
            <a:br/>
            <a:r>
              <a:t>• Optional commercial-enhanced path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checks, commercial, enhanced, overview, walkthrough.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10. Knowledge check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Design tradeoffs</a:t>
            </a:r>
            <a:br/>
            <a:r>
              <a:t>• Gov readiness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Production review checklist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discussion, knowledge, production.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rPr dirty="0"/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rPr dirty="0"/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rPr dirty="0"/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1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931</Words>
  <Application>Microsoft Office PowerPoint</Application>
  <PresentationFormat>Widescreen</PresentationFormat>
  <Paragraphs>130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Brandon Campbell</cp:lastModifiedBy>
  <cp:revision>1</cp:revision>
  <dcterms:created xsi:type="dcterms:W3CDTF">2013-01-27T09:14:16Z</dcterms:created>
  <dcterms:modified xsi:type="dcterms:W3CDTF">2026-08-13T14:57:22Z</dcterms:modified>
  <cp:category/>
</cp:coreProperties>
</file>