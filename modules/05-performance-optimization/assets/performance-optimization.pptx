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evidence-based optimization. Learners should measure before changing and document before/after results.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evidence-based optimization. Learners should measure before changing and document before/after results.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Performance optimization mindset.</a:t>
            </a:r>
          </a:p>
          <a:p>
            <a:r>
              <a:t>Talking points to expand: Talking points, learner value, and lab connection Talking points • Measure first. • Identify the bottleneck. Why it helps • Change one thing. • Measure again. Lab connection Coverage: Covered. Use the lab README to demonstrate or discuss this topic. Review terms: again, bottleneck, mindset, thing. 03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Performance layers.</a:t>
            </a:r>
          </a:p>
          <a:p>
            <a:r>
              <a:t>Talking points to expand: Talking points, learner value, and lab connection Talking points • Source system • Power Query • Semantic model Why it helps • DAX • Visual rendering Lab connection Coverage: Covered. Use the lab README to demonstrate or discuss this topic. Review terms: layers, rendering, system. 04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Performance Analyzer.</a:t>
            </a:r>
          </a:p>
          <a:p>
            <a:r>
              <a:t>Talking points to expand: Talking points, learner value, and lab connection Talking points • Recording interactions • Visual display time • DAX query time Why it helps • Other/render time • Copying queries for deeper analysis Lab connection Coverage: Covered. Use the lab README to demonstrate or discuss this topic. Review terms: analysis, copying. 05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Model size and cardinality.</a:t>
            </a:r>
          </a:p>
          <a:p>
            <a:r>
              <a:t>Talking points to expand: Talking points, learner value, and lab connection Talking points • Column cardinality • Data types • Precision Why it helps • Date/time splits • Unused columns Lab connection Coverage: Covered. Use the lab README to demonstrate or discuss this topic. Review terms: relationship, splits, types. 06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DAX optimization.</a:t>
            </a:r>
          </a:p>
          <a:p>
            <a:r>
              <a:t>Talking points to expand: Talking points, learner value, and lab connection Talking points • Variables • Measure branching • Avoiding repeated logic Why it helps • Filter scope • Iterator caution Lab connection Coverage: Covered. Use the lab README to demonstrate or discuss this topic. Review terms: avoiding, caution, iterator, scope. 07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Visual optimization.</a:t>
            </a:r>
          </a:p>
          <a:p>
            <a:r>
              <a:t>Talking points to expand: Talking points, learner value, and lab connection Talking points • Visual count • High-cardinality visuals • Tables and matrices Why it helps • Cross-highlighting • Custom visuals Lab connection Coverage: Covered. Use the lab README to demonstrate or discuss this topic. Review terms: complexity, custom, highlighting, matrices. 08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Power Query and refresh optimization.</a:t>
            </a:r>
          </a:p>
          <a:p>
            <a:r>
              <a:t>Talking points to expand: Talking points, learner value, and lab connection Talking points • Query folding • Staging • Filtering early Why it helps • Removing columns early • Incremental refresh preparation Lab connection Coverage: Partial. Use the lab README to demonstrate or discuss this topic. Review terms: early, filtering, folding, preparation, removing. 09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Aggregations.</a:t>
            </a:r>
          </a:p>
          <a:p>
            <a:r>
              <a:t>Talking points to expand: Talking points, learner value, and lab connection Talking points • Import aggregation tables • DirectQuery detail tables • Group-by columns Why it helps • Manage aggregations • Source validation Lab connection Coverage: Covered. Use the lab README to demonstrate or discuss this topic. Review terms: group, import, manage. 10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DirectQuery and hybrid patterns.</a:t>
            </a:r>
          </a:p>
          <a:p>
            <a:r>
              <a:t>Talking points to expand: Talking points, learner value, and lab connection Talking points • Import vs. DirectQuery • Dual mode • Hybrid tables Why it helps • Large models • Tradeoffs Lab connection Coverage: Partial. Use the lab README to demonstrate or discuss this topic. Review terms: hybrid, import, large, tradeoffs. 11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Service and capacity monitoring.</a:t>
            </a:r>
          </a:p>
          <a:p>
            <a:r>
              <a:t>Talking points to expand: Talking points, learner value, and lab connection Talking points • Refresh history • Dataset settings • Capacity metrics Why it helps • Admin monitoring • Gov validation requirements Lab connection Coverage: Covered. Use the lab README to demonstrate or discuss this topic. Review terms: admin, dataset, history, monitoring. 12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External tools.</a:t>
            </a:r>
          </a:p>
          <a:p>
            <a:r>
              <a:t>Talking points to expand: Talking points, learner value, and lab connection Talking points • DAX Studio • VertiPaq Analyzer Why it helps • Tabular Editor • Customer workstation and tenant policy Lab connection Coverage: Covered. Use the lab README to demonstrate or discuss this topic. Review terms: customer, editor, tabular, tools. 13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Performance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Performance optimization mindset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Measure first.; Identify the bottleneck.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Performance layers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Source system; Power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Performance Analyzer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Recording interactions; Visual display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Model size and cardinality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Column cardinality; Data types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DAX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Variables; Measure branching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Visual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Visual count; High-cardinality visuals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Power Query and refresh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Query folding; Staging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Aggregations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Import aggregation tables; DirectQuery detail tables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Performance optimization mindset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Measure first.</a:t>
            </a:r>
            <a:br/>
            <a:r>
              <a:t>• Identify the bottleneck.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Change one thing.</a:t>
            </a:r>
            <a:br/>
            <a:r>
              <a:t>• Measure again.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Performance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Source system</a:t>
            </a:r>
            <a:br/>
            <a:r>
              <a:t>• Power Query</a:t>
            </a:r>
            <a:br/>
            <a:r>
              <a:t>• Semantic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DAX</a:t>
            </a:r>
            <a:br/>
            <a:r>
              <a:t>• Visual rendering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Performance Analyzer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Recording interactions</a:t>
            </a:r>
            <a:br/>
            <a:r>
              <a:t>• Visual display time</a:t>
            </a:r>
            <a:br/>
            <a:r>
              <a:t>• DAX query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Other/render time</a:t>
            </a:r>
            <a:br/>
            <a:r>
              <a:t>• Copying queries for deeper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Model size and cardinality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Column cardinality</a:t>
            </a:r>
            <a:br/>
            <a:r>
              <a:t>• Data types</a:t>
            </a:r>
            <a:br/>
            <a:r>
              <a:t>•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Date/time splits</a:t>
            </a:r>
            <a:br/>
            <a:r>
              <a:t>• Unused columns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DAX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Variables</a:t>
            </a:r>
            <a:br/>
            <a:r>
              <a:t>• Measure branching</a:t>
            </a:r>
            <a:br/>
            <a:r>
              <a:t>• Avoiding repeated logic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Filter scope</a:t>
            </a:r>
            <a:br/>
            <a:r>
              <a:t>• Iterator caution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Visual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Visual count</a:t>
            </a:r>
            <a:br/>
            <a:r>
              <a:t>• High-cardinality visuals</a:t>
            </a:r>
            <a:br/>
            <a:r>
              <a:t>• Tables and matrices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Cross-highlighting</a:t>
            </a:r>
            <a:br/>
            <a:r>
              <a:t>• Custom visuals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Power Query and refresh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Query folding</a:t>
            </a:r>
            <a:br/>
            <a:r>
              <a:t>• Staging</a:t>
            </a:r>
            <a:br/>
            <a:r>
              <a:t>• Filtering 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Removing columns early</a:t>
            </a:r>
            <a:br/>
            <a:r>
              <a:t>• Incremental refresh preparation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Aggregations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Import aggregation tables</a:t>
            </a:r>
            <a:br/>
            <a:r>
              <a:t>• DirectQuery detail tables</a:t>
            </a:r>
            <a:br/>
            <a:r>
              <a:t>• Group-by columns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Manage aggregations</a:t>
            </a:r>
            <a:br/>
            <a:r>
              <a:t>• Source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DirectQuery and hybrid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Import vs. DirectQuery</a:t>
            </a:r>
            <a:br/>
            <a:r>
              <a:t>• Dual mode</a:t>
            </a:r>
            <a:br/>
            <a:r>
              <a:t>• Hybrid tables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Large models</a:t>
            </a:r>
            <a:br/>
            <a:r>
              <a:t>• Tradeoffs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Service and capacity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Refresh history</a:t>
            </a:r>
            <a:br/>
            <a:r>
              <a:t>• Dataset settings</a:t>
            </a:r>
            <a:br/>
            <a:r>
              <a:t>• Capacity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Admin monitoring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External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DAX Studio</a:t>
            </a:r>
            <a:br/>
            <a:r>
              <a:t>• VertiPaq Analyzer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Tabular Editor</a:t>
            </a:r>
            <a:br/>
            <a:r>
              <a:t>• Customer workstation and tenant policy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 and benchmark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Before/after observations</a:t>
            </a:r>
            <a:br/>
            <a:r>
              <a:t>• Production readiness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Documentation expectations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