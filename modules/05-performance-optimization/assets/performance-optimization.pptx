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 first.;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Source system; Power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Recording interactions; Visual display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Column cardinality; Data types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Variables; Measure branching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Visual count; High-cardinality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Query folding; Staging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 aggregation tables; DirectQuery detail tables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Measure first.</a:t>
            </a:r>
            <a:br/>
            <a:r>
              <a:t>•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one thing.</a:t>
            </a:r>
            <a:br/>
            <a:r>
              <a:t>• Measure again.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again, bottleneck, mindset, 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Source system</a:t>
            </a:r>
            <a:br/>
            <a:r>
              <a:t>• Power Query</a:t>
            </a:r>
            <a:br/>
            <a:r>
              <a:t>• Semantic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</a:t>
            </a:r>
            <a:br/>
            <a:r>
              <a:t>• Visual rendering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layers, rendering,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Recording interactions</a:t>
            </a:r>
            <a:br/>
            <a:r>
              <a:t>• Visual display time</a:t>
            </a:r>
            <a:br/>
            <a:r>
              <a:t>• DAX query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Other/render time</a:t>
            </a:r>
            <a:br/>
            <a:r>
              <a:t>• Copying queries for deeper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analysis, copying.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Column cardinality</a:t>
            </a:r>
            <a:br/>
            <a:r>
              <a:t>• Data types</a:t>
            </a:r>
            <a:br/>
            <a:r>
              <a:t>•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Date/time splits</a:t>
            </a:r>
            <a:br/>
            <a:r>
              <a:t>• Unused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relationship, splits, types.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Variables</a:t>
            </a:r>
            <a:br/>
            <a:r>
              <a:t>• Measure branching</a:t>
            </a:r>
            <a:br/>
            <a:r>
              <a:t>• Avoiding repeated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 scope</a:t>
            </a:r>
            <a:br/>
            <a:r>
              <a:t>• Iterator caution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avoiding, caution, iterator, scope.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Visual count</a:t>
            </a:r>
            <a:br/>
            <a:r>
              <a:t>• High-cardinality visuals</a:t>
            </a:r>
            <a:br/>
            <a:r>
              <a:t>• Tables and matrices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Cross-highlighting</a:t>
            </a:r>
            <a:br/>
            <a:r>
              <a:t>• Custom visuals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complexity, custom, highlighting, matrices.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folding</a:t>
            </a:r>
            <a:br/>
            <a:r>
              <a:t>• Staging</a:t>
            </a:r>
            <a:br/>
            <a:r>
              <a:t>• Filtering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Removing columns early</a:t>
            </a:r>
            <a:br/>
            <a:r>
              <a:t>• Incremental refresh preparation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early, filtering, folding, preparation, removing.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 aggregation tables</a:t>
            </a:r>
            <a:br/>
            <a:r>
              <a:t>• DirectQuery detail tables</a:t>
            </a:r>
            <a:br/>
            <a:r>
              <a:t>• Group-by columns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Manage aggregations</a:t>
            </a:r>
            <a:br/>
            <a:r>
              <a:t>• Source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group, import, manage.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DirectQuery and hybrid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 vs. DirectQuery</a:t>
            </a:r>
            <a:br/>
            <a:r>
              <a:t>• Dual mode</a:t>
            </a:r>
            <a:br/>
            <a:r>
              <a:t>• Hybrid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Large models</a:t>
            </a:r>
            <a:br/>
            <a:r>
              <a:t>• Tradeoffs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hybrid, import, large, tradeoffs.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Service and capacity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history</a:t>
            </a:r>
            <a:br/>
            <a:r>
              <a:t>• Dataset settings</a:t>
            </a:r>
            <a:br/>
            <a:r>
              <a:t>• Capacity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Admin monitoring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admin, dataset, history,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External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 Studio</a:t>
            </a:r>
            <a:br/>
            <a:r>
              <a:t>• VertiPaq Analyzer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Tabular Editor</a:t>
            </a:r>
            <a:br/>
            <a:r>
              <a:t>• Customer workstation and tenant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customer, editor, tabular,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 and benchmark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Before/after observations</a:t>
            </a:r>
            <a:br/>
            <a:r>
              <a:t>• Production readiness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Documentation expectations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benchmark, documentation, expectations, production,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