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lifecycle discipline. PBIP and source control make Power BI changes reviewable and repeatable.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lifecycle discipline. PBIP and source control make Power BI changes reviewable and repeatable.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Lifecycle management goals.</a:t>
            </a:r>
          </a:p>
          <a:p>
            <a:r>
              <a:t>Talking points to expand: Talking points, learner value, and lab connection Talking points • Repeatability • Reviewability • Environment promotion Why it helps • Governance • Rollback Lab connection Coverage: Partial. Use the lab README to demonstrate or discuss this topic. Review terms: goals, governance, promotion, repeatability, reviewability. 03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PBIP as source of record.</a:t>
            </a:r>
          </a:p>
          <a:p>
            <a:r>
              <a:t>Talking points to expand: Talking points, learner value, and lab connection Talking points • Report source files • Semantic model source files Why it helps • Git-friendly review • PBIX as generated output Lab connection Coverage: Covered. Use the lab README to demonstrate or discuss this topic. Review terms: output. 04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lifecycle discipline. PBIP and source control make Power BI changes reviewable and repeatable.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PBIP file structure.</a:t>
            </a:r>
          </a:p>
          <a:p>
            <a:r>
              <a:t>Talking points to expand: Talking points, learner value, and lab connection Talking points • Report folder • Semantic model folder Why it helps • Definition files • What to review Lab connection Coverage: Covered. Use the lab README to demonstrate or discuss this topic. Review terms: none. 06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External tools.</a:t>
            </a:r>
          </a:p>
          <a:p>
            <a:r>
              <a:t>Talking points to expand: Talking points, learner value, and lab connection Talking points • Tabular Editor • ALM Toolkit Why it helps • XMLA dependency • Customer policy validation Lab connection Coverage: Covered. Use the lab README to demonstrate or discuss this topic. Review terms: dependency. 07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REST APIs and PowerShell.</a:t>
            </a:r>
          </a:p>
          <a:p>
            <a:r>
              <a:t>Talking points to expand: Talking points, learner value, and lab connection Talking points • Workspace operations • Import/export • Refresh Why it helps • Permissions • Endpoint and cloud validation Lab connection Coverage: Covered. Use the lab README to demonstrate or discuss this topic. Review terms: export, import, refresh. 08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Service principals.</a:t>
            </a:r>
          </a:p>
          <a:p>
            <a:r>
              <a:t>Talking points to expand: Talking points, learner value, and lab connection Talking points • Entra ID app registration • Tenant settings • Security groups Why it helps • Workspace access • Secret/certificate handling Lab connection Coverage: Covered. Use the lab README to demonstrate or discuss this topic. Review terms: groups. 09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Fabric workspace Git integration.</a:t>
            </a:r>
          </a:p>
          <a:p>
            <a:r>
              <a:t>Talking points to expand: Talking points, learner value, and lab connection Talking points • Workspace-connected git • Branching Why it helps • Sync behavior • Commercial/Gov caveats Lab connection Coverage: Partial. Use the lab README to demonstrate or discuss this topic. Review terms: behavior, branching, caveats, connected. 10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Azure DevOps conceptual pipeline.</a:t>
            </a:r>
          </a:p>
          <a:p>
            <a:r>
              <a:t>Talking points to expand: Talking points, learner value, and lab connection Talking points • Validate • Package • Deploy Why it helps • Configure • Smoke test Lab connection Coverage: Covered. Use the lab README to demonstrate or discuss this topic. Review terms: configure, package, smoke. 11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GitHub Actions conceptual pipeline.</a:t>
            </a:r>
          </a:p>
          <a:p>
            <a:r>
              <a:t>Talking points to expand: Talking points, learner value, and lab connection Talking points • Trigger • Validate • Authenticate Why it helps • Deploy • Record evidence Lab connection Coverage: Covered. Use the lab README to demonstrate or discuss this topic. Review terms: authenticate. 12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Azure Government considerations.</a:t>
            </a:r>
          </a:p>
          <a:p>
            <a:r>
              <a:t>Talking points to expand: Talking points, learner value, and lab connection Talking points • Endpoints • Identity • Network Why it helps • Customer policy • Feature availability Lab connection Coverage: Partial. Use the lab README to demonstrate or discuss this topic. Review terms: availability, considerations, endpoints, identity, network. 13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12. Deployment checklist.</a:t>
            </a:r>
          </a:p>
          <a:p>
            <a:r>
              <a:t>Talking points to expand: Talking points, learner value, and lab connection Talking points • Source • Security • Refresh Why it helps • Validation • Rollback Lab connection Coverage: Covered. Use the lab README to demonstrate or discuss this topic. Review terms: refresh, rollback. 14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Automation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Student module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Lifecycle management goals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Repeatability; Reviewability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PBIP as source of record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 source files; Semantic model source 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Git workflow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Branches; Commits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PBIP file structure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 folder; Semantic model folder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External tools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Tabular Editor; ALM Toolkit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REST APIs and PowerShell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Workspace operations; Import/export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Service principals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Entra ID app registration; Tenant settings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Fabric workspace Git integration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Workspace-connected git; Branching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Lifecycle management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Repeatability</a:t>
            </a:r>
            <a:br/>
            <a:r>
              <a:t>• Reviewability</a:t>
            </a:r>
            <a:br/>
            <a:r>
              <a:t>• Environment promotion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Governance</a:t>
            </a:r>
            <a:br/>
            <a:r>
              <a:t>• Rollback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PBIP as source of record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Report source files</a:t>
            </a:r>
            <a:br/>
            <a:r>
              <a:t>• Semantic model source 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Git-friendly review</a:t>
            </a:r>
            <a:br/>
            <a:r>
              <a:t>• PBIX as generated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Git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Branches</a:t>
            </a:r>
            <a:br/>
            <a:r>
              <a:t>• Commits</a:t>
            </a:r>
            <a:br/>
            <a:r>
              <a:t>• Pull requests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Review practices</a:t>
            </a:r>
            <a:br/>
            <a:r>
              <a:t>• Tags and releases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PBIP file 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Report folder</a:t>
            </a:r>
            <a:br/>
            <a:r>
              <a:t>• Semantic model folder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Definition files</a:t>
            </a:r>
            <a:br/>
            <a:r>
              <a:t>• What to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External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Tabular Editor</a:t>
            </a:r>
            <a:br/>
            <a:r>
              <a:t>• ALM Toolkit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XMLA dependency</a:t>
            </a:r>
            <a:br/>
            <a:r>
              <a:t>• Customer policy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REST APIs and PowerShell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Workspace operations</a:t>
            </a:r>
            <a:br/>
            <a:r>
              <a:t>• Import/export</a:t>
            </a:r>
            <a:br/>
            <a:r>
              <a:t>•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Permissions</a:t>
            </a:r>
            <a:br/>
            <a:r>
              <a:t>• Endpoint and cloud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Service principals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Entra ID app registration</a:t>
            </a:r>
            <a:br/>
            <a:r>
              <a:t>• Tenant settings</a:t>
            </a:r>
            <a:br/>
            <a:r>
              <a:t>• Security groups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 access</a:t>
            </a:r>
            <a:br/>
            <a:r>
              <a:t>• Secret/certificate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Fabric workspace Git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Workspace-connected git</a:t>
            </a:r>
            <a:br/>
            <a:r>
              <a:t>• Branching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Sync behavior</a:t>
            </a:r>
            <a:br/>
            <a:r>
              <a:t>• Commercial/Gov caveats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Azure DevOps conceptual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Validate</a:t>
            </a:r>
            <a:br/>
            <a:r>
              <a:t>• Package</a:t>
            </a:r>
            <a:br/>
            <a:r>
              <a:t>• 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Configure</a:t>
            </a:r>
            <a:br/>
            <a:r>
              <a:t>• Smoke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GitHub Actions conceptual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Trigger</a:t>
            </a:r>
            <a:br/>
            <a:r>
              <a:t>• Validate</a:t>
            </a:r>
            <a:br/>
            <a:r>
              <a:t>• Authenticate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Deploy</a:t>
            </a:r>
            <a:br/>
            <a:r>
              <a:t>• Record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Azure Government considerations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Endpoints</a:t>
            </a:r>
            <a:br/>
            <a:r>
              <a:t>• Identity</a:t>
            </a:r>
            <a:br/>
            <a:r>
              <a:t>•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Customer policy</a:t>
            </a:r>
            <a:br/>
            <a:r>
              <a:t>• Feature availability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Deployment checklist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Source</a:t>
            </a:r>
            <a:br/>
            <a:r>
              <a:t>• Security</a:t>
            </a:r>
            <a:br/>
            <a:r>
              <a:t>•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Validation</a:t>
            </a:r>
            <a:br/>
            <a:r>
              <a:t>• Rollback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