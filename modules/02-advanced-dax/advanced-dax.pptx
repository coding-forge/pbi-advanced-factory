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Advanced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Why advanced DAX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Measures define trusted business logic.; Context mistakes create wrong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Evaluation context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Filter context; Row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Context transition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What `CALCULATE` does; Calculated columns vs. measures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Filter modification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`ALL`; `REMOVEFILTERS`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Measure branching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Base measures; Derived measures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Time intelligence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Date table requirements; Year-to-date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Semi-additive measures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Inventory and balance-style calculations; Last non-blank concept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Calculation groups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Why repeated time-intelligence measures are hard to maintain; Calculation item 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Why advanced DAX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Measures define trusted business logic.</a:t>
            </a:r>
            <a:br/>
            <a:r>
              <a:t>• Context mistakes create wrong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Complex DAX should be composed from simple, tested measures.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business, complex, composed, define,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Evaluation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Filter context</a:t>
            </a:r>
            <a:br/>
            <a:r>
              <a:t>• Row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Query context</a:t>
            </a:r>
            <a:br/>
            <a:r>
              <a:t>• Visual totals vs. row-level calculations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evaluation, level, query.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Context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What `CALCULATE` does</a:t>
            </a:r>
            <a:br/>
            <a:r>
              <a:t>• Calculated columns vs.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Iterators and row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columns, iterators.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Filter modification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`ALL`</a:t>
            </a:r>
            <a:br/>
            <a:r>
              <a:t>• `REMOVEFILTERS`</a:t>
            </a:r>
            <a:br/>
            <a:r>
              <a:t>• `ALLEXCEPT`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`KEEPFILTERS`</a:t>
            </a:r>
            <a:br/>
            <a:r>
              <a:t>• `TREATAS`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allexcept, modification, removefilters, treatas.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Measure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Base measures</a:t>
            </a:r>
            <a:br/>
            <a:r>
              <a:t>• Derived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Formatting and naming</a:t>
            </a:r>
            <a:br/>
            <a:r>
              <a:t>• Reuse and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derived, naming, reuse,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Time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Date table requirements</a:t>
            </a:r>
            <a:br/>
            <a:r>
              <a:t>• Year-to-date</a:t>
            </a:r>
            <a:br/>
            <a:r>
              <a:t>• Prior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Year-over-year change</a:t>
            </a:r>
            <a:br/>
            <a:r>
              <a:t>• Rolling periods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periods,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Semi-additive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Inventory and balance-style calculations</a:t>
            </a:r>
            <a:br/>
            <a:r>
              <a:t>• Last non-blank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Snapshot 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Calculation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Why repeated time-intelligence measures are hard to maintain</a:t>
            </a:r>
            <a:br/>
            <a:r>
              <a:t>• Calculation item concept</a:t>
            </a:r>
            <a:br/>
            <a:r>
              <a:t>• `SELECTEDMEASURE()`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External tooling and XMLA considerations</a:t>
            </a:r>
            <a:br/>
            <a:r>
              <a:t>• Gov validation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considerations,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Ranking and Top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`RANKX`</a:t>
            </a:r>
            <a:br/>
            <a:r>
              <a:t>• `ALL` vs. `ALLSELECTED`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Top N plus "Other" concept</a:t>
            </a:r>
            <a:br/>
            <a:r>
              <a:t>• Visual-level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level, rankx.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Dynamic report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Dynamic titles</a:t>
            </a:r>
            <a:br/>
            <a:r>
              <a:t>• Selected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Disconnected tables</a:t>
            </a:r>
            <a:br/>
            <a:r>
              <a:t>• Measure switching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none.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Debugging and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Variables</a:t>
            </a:r>
            <a:br/>
            <a:r>
              <a:t>• Reducing repeated calculations</a:t>
            </a:r>
            <a:br/>
            <a:r>
              <a:t>• Testing measures in simple visuals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Performance Analyzer</a:t>
            </a:r>
            <a:br/>
            <a:r>
              <a:t>• DAX Studio as optional validated tooling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debugging, reducing, testing.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Azure Government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Core DAX is Gov-ready.</a:t>
            </a:r>
            <a:br/>
            <a:r>
              <a:t>• External tools are policy-dependent.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Service model diagnostics require tenant and XMLA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considerations, dependent.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13. Knowledge check and lab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Common mistakes</a:t>
            </a:r>
            <a:br/>
            <a:r>
              <a:t>• Validation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Production readiness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common, knowledge, mistakes, production, strategies.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