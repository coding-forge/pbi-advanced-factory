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the trusted business logic layer. Stress that measures are a contract with report consumers and must be tested in simple visuals.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Why advanced DAX matters.</a:t>
            </a:r>
          </a:p>
          <a:p>
            <a:r>
              <a:t>Talking points to expand: Talking points, learner value, and lab connection Talking points • Measures define trusted business logic. • Context mistakes create wrong answers. Why it helps • Complex DAX should be composed from simple, tested measures. Lab connection Coverage: Covered. Use the lab README to demonstrate or discuss this topic. Review terms: business, complex, composed, define, matters. 03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Evaluation context.</a:t>
            </a:r>
          </a:p>
          <a:p>
            <a:r>
              <a:t>Talking points to expand: Talking points, learner value, and lab connection Talking points • Filter context • Row context Why it helps • Query context • Visual totals vs. row-level calculations Lab connection Coverage: Covered. Use the lab README to demonstrate or discuss this topic. Review terms: evaluation, level, query. 04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Context transition.</a:t>
            </a:r>
          </a:p>
          <a:p>
            <a:r>
              <a:t>Talking points to expand: Talking points, learner value, and lab connection Talking points • What `CALCULATE` does • Calculated columns vs. measures Why it helps • Iterators and row context Lab connection Coverage: Covered. Use the lab README to demonstrate or discuss this topic. Review terms: columns, iterators. 05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Filter modification.</a:t>
            </a:r>
          </a:p>
          <a:p>
            <a:r>
              <a:t>Talking points to expand: Talking points, learner value, and lab connection Talking points • `ALL` • `REMOVEFILTERS` • `ALLEXCEPT` Why it helps • `KEEPFILTERS` • `TREATAS` Lab connection Coverage: Partial. Use the lab README to demonstrate or discuss this topic. Review terms: allexcept, modification, removefilters, treatas. 06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Measure branching.</a:t>
            </a:r>
          </a:p>
          <a:p>
            <a:r>
              <a:t>Talking points to expand: Talking points, learner value, and lab connection Talking points • Base measures • Derived measures Why it helps • Formatting and naming • Reuse and testing Lab connection Coverage: Partial. Use the lab README to demonstrate or discuss this topic. Review terms: derived, naming, reuse, testing. 07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Time intelligence.</a:t>
            </a:r>
          </a:p>
          <a:p>
            <a:r>
              <a:t>Talking points to expand: Talking points, learner value, and lab connection Talking points • Date table requirements • Year-to-date • Prior year Why it helps • Year-over-year change • Rolling periods Lab connection Coverage: Covered. Use the lab README to demonstrate or discuss this topic. Review terms: periods, requirements. 08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Semi-additive measures.</a:t>
            </a:r>
          </a:p>
          <a:p>
            <a:r>
              <a:t>Talking points to expand: Talking points, learner value, and lab connection Talking points • Inventory and balance-style calculations • Last non-blank concept Why it helps • Snapshot facts Lab connection Coverage: Covered. Use the lab README to demonstrate or discuss this topic. Review terms: none. 09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Calculation groups.</a:t>
            </a:r>
          </a:p>
          <a:p>
            <a:r>
              <a:t>Talking points to expand: Talking points, learner value, and lab connection Talking points • Why repeated time-intelligence measures are hard to maintain • Calculation item concept • `SELECTEDMEASURE()` Why it helps • External tooling and XMLA considerations • Gov validation requirements Lab connection Coverage: Covered. Use the lab README to demonstrate or discuss this topic. Review terms: considerations, requirements. 10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Ranking and Top N.</a:t>
            </a:r>
          </a:p>
          <a:p>
            <a:r>
              <a:t>Talking points to expand: Talking points, learner value, and lab connection Talking points • `RANKX` • `ALL` vs. `ALLSELECTED` Why it helps • Top N plus "Other" concept • Visual-level filters Lab connection Coverage: Covered. Use the lab README to demonstrate or discuss this topic. Review terms: level, rankx. 11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Dynamic report logic.</a:t>
            </a:r>
          </a:p>
          <a:p>
            <a:r>
              <a:t>Talking points to expand: Talking points, learner value, and lab connection Talking points • Dynamic titles • Selected values Why it helps • Disconnected tables • Measure switching Lab connection Coverage: Covered. Use the lab README to demonstrate or discuss this topic. Review terms: none. 12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Debugging and optimization.</a:t>
            </a:r>
          </a:p>
          <a:p>
            <a:r>
              <a:t>Talking points to expand: Talking points, learner value, and lab connection Talking points • Variables • Reducing repeated calculations • Testing measures in simple visuals Why it helps • Performance Analyzer • DAX Studio as optional validated tooling Lab connection Coverage: Covered. Use the lab README to demonstrate or discuss this topic. Review terms: debugging, reducing, testing. 13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Azure Government considerations.</a:t>
            </a:r>
          </a:p>
          <a:p>
            <a:r>
              <a:t>Talking points to expand: Talking points, learner value, and lab connection Talking points • Core DAX is Gov-ready. • External tools are policy-dependent. Why it helps • Service model diagnostics require tenant and XMLA validation. Lab connection Coverage: Covered. Use the lab README to demonstrate or discuss this topic. Review terms: considerations, dependent. 14</a:t>
            </a:r>
          </a:p>
          <a:p>
            <a:r>
              <a:t>Why it matters: Frame this module as the trusted business logic layer. Stress that measures are a contract with report consumers and must be tested in simple visuals.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DAX reference: https://learn.microsoft.com/dax/ | CALCULATE: https://learn.microsoft.com/dax/calculate-function-dax | Calculation groups: https://learn.microsoft.com/power-bi/transform-model/calculation-groups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Dax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Measures define trusted business logic.;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Filter context;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`CALCULATE` does; Calculated columns vs. measures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`ALL`; `REMOVEFILTERS`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Base measures; Derived measures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Date table requirements; Year-to-date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Inventory and balance-style calculations; Last non-blank concept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Why repeated time-intelligence measures are hard to maintain; Calculation item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advanced DAX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Measures define trusted business logic.</a:t>
            </a:r>
            <a:br/>
            <a:r>
              <a:t>• Context mistakes create wrong answers.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Complex DAX should be composed from simple, tested measures.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Evaluation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Filter context</a:t>
            </a:r>
            <a:br/>
            <a:r>
              <a:t>• Row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Query context</a:t>
            </a:r>
            <a:br/>
            <a:r>
              <a:t>• Visual totals vs. row-level calculations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Context transition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What `CALCULATE` does</a:t>
            </a:r>
            <a:br/>
            <a:r>
              <a:t>• Calculated columns vs.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Iterators and row 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Filter modification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`ALL`</a:t>
            </a:r>
            <a:br/>
            <a:r>
              <a:t>• `REMOVEFILTERS`</a:t>
            </a:r>
            <a:br/>
            <a:r>
              <a:t>• `ALLEXCEPT`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`KEEPFILTERS`</a:t>
            </a:r>
            <a:br/>
            <a:r>
              <a:t>• `TREATAS`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Measure branching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Base measures</a:t>
            </a:r>
            <a:br/>
            <a:r>
              <a:t>• Derived measures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Formatting and naming</a:t>
            </a:r>
            <a:br/>
            <a:r>
              <a:t>• Reuse and testing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Time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Date table requirements</a:t>
            </a:r>
            <a:br/>
            <a:r>
              <a:t>• Year-to-date</a:t>
            </a:r>
            <a:br/>
            <a:r>
              <a:t>• Prior 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Year-over-year change</a:t>
            </a:r>
            <a:br/>
            <a:r>
              <a:t>• Rolling periods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Semi-additive measures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Inventory and balance-style calculations</a:t>
            </a:r>
            <a:br/>
            <a:r>
              <a:t>• Last non-blank concept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Snapshot facts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Calculation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Why repeated time-intelligence measures are hard to maintain</a:t>
            </a:r>
            <a:br/>
            <a:r>
              <a:t>• Calculation item concept</a:t>
            </a:r>
            <a:br/>
            <a:r>
              <a:t>• `SELECTEDMEASURE()`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External tooling and XMLA considerations</a:t>
            </a:r>
            <a:br/>
            <a:r>
              <a:t>• Gov validation requirements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Ranking and Top 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`RANKX`</a:t>
            </a:r>
            <a:br/>
            <a:r>
              <a:t>• `ALL` vs. `ALLSELECTED`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Top N plus "Other" concept</a:t>
            </a:r>
            <a:br/>
            <a:r>
              <a:t>• Visual-level filters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Dynamic report logic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Dynamic titles</a:t>
            </a:r>
            <a:br/>
            <a:r>
              <a:t>• Selected values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Disconnected tables</a:t>
            </a:r>
            <a:br/>
            <a:r>
              <a:t>• Measure switching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Debugging and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Variables</a:t>
            </a:r>
            <a:br/>
            <a:r>
              <a:t>• Reducing repeated calculations</a:t>
            </a:r>
            <a:br/>
            <a:r>
              <a:t>• Testing measures in simple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Performance Analyzer</a:t>
            </a:r>
            <a:br/>
            <a:r>
              <a:t>• DAX Studio as optional validated tooling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Core DAX is Gov-ready.</a:t>
            </a:r>
            <a:br/>
            <a:r>
              <a:t>• External tools are policy-dependent.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Service model diagnostics require tenant and XMLA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13. Knowledge check and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Common mistakes</a:t>
            </a:r>
            <a:br/>
            <a:r>
              <a:t>• Validation 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