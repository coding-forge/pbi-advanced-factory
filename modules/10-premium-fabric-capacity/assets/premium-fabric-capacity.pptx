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architecture decision-making. Tie features to workload requirements and tenant validation.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architecture decision-making. Tie features to workload requirements and tenant validation.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Capacity-aware architecture.</a:t>
            </a:r>
          </a:p>
          <a:p>
            <a:r>
              <a:t>Talking points to expand: Talking points, learner value, and lab connection Talking points • User scale • Data size • Refresh needs Why it helps • Query performance • Governance Lab connection Coverage: Covered. Use the lab README to demonstrate or discuss this topic. Review terms: performance. 03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Licensing and capacity options.</a:t>
            </a:r>
          </a:p>
          <a:p>
            <a:r>
              <a:t>Talking points to expand: Talking points, learner value, and lab connection Talking points • Power BI Pro • Premium Per User • Premium capacity Why it helps • Fabric capacity • Workspace assignment Lab connection Coverage: Covered. Use the lab README to demonstrate or discuss this topic. Review terms: assignment. 04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Large semantic models.</a:t>
            </a:r>
          </a:p>
          <a:p>
            <a:r>
              <a:t>Talking points to expand: Talking points, learner value, and lab connection Talking points • Model size • Memory • Refresh Why it helps • Storage format • Capacity dependency Lab connection Coverage: Covered. Use the lab README to demonstrate or discuss this topic. Review terms: dependency, format, storage. 05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XMLA endpoint.</a:t>
            </a:r>
          </a:p>
          <a:p>
            <a:r>
              <a:t>Talking points to expand: Talking points, learner value, and lab connection Talking points • Read/write workflows • External tools Why it helps • ALM patterns • Security and admin settings Lab connection Coverage: Covered. Use the lab README to demonstrate or discuss this topic. Review terms: external, patterns, tools, workflows. 06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Paginated reports.</a:t>
            </a:r>
          </a:p>
          <a:p>
            <a:r>
              <a:t>Talking points to expand: Talking points, learner value, and lab connection Talking points • Pixel-perfect reporting • Operational reports Why it helps • Export scenarios • Report Builder Lab connection Coverage: Covered. Use the lab README to demonstrate or discuss this topic. Review terms: perfect, pixel, reporting. 07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Fabric capacity.</a:t>
            </a:r>
          </a:p>
          <a:p>
            <a:r>
              <a:t>Talking points to expand: Talking points, learner value, and lab connection Talking points • Capacity units • Workloads Why it helps • Workspace experience • Gov validation Lab connection Coverage: Covered. Use the lab README to demonstrate or discuss this topic. Review terms: experience, units, workloads. 08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Direct Lake.</a:t>
            </a:r>
          </a:p>
          <a:p>
            <a:r>
              <a:t>Talking points to expand: Talking points, learner value, and lab connection Talking points • Import vs. DirectQuery vs. Direct Lake • Data freshness Why it helps • Modeling considerations • Fallback options Lab connection Coverage: Covered. Use the lab README to demonstrate or discuss this topic. Review terms: freshness, modeling. 09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OneLake, Lakehouse, and Warehouse.</a:t>
            </a:r>
          </a:p>
          <a:p>
            <a:r>
              <a:t>Talking points to expand: Talking points, learner value, and lab connection Talking points • OneLake concept • Lakehouse pattern Why it helps • Warehouse pattern • Power BI integration Lab connection Coverage: Covered. Use the lab README to demonstrate or discuss this topic. Review terms: pattern. 10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Semantic Link.</a:t>
            </a:r>
          </a:p>
          <a:p>
            <a:r>
              <a:t>Talking points to expand: Talking points, learner value, and lab connection Talking points • Notebook integration • Semantic model access Why it helps • Data science workflows • Availability caveats Lab connection Coverage: Covered. Use the lab README to demonstrate or discuss this topic. Review terms: science, workflows. 11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Capacity metrics and throttling.</a:t>
            </a:r>
          </a:p>
          <a:p>
            <a:r>
              <a:t>Talking points to expand: Talking points, learner value, and lab connection Talking points • Interactive workload • Background workload Why it helps • Refresh pressure • Throttling signals Lab connection Coverage: Covered. Use the lab README to demonstrate or discuss this topic. Review terms: signals. 12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Azure Government considerations.</a:t>
            </a:r>
          </a:p>
          <a:p>
            <a:r>
              <a:t>Talking points to expand: Talking points, learner value, and lab connection Talking points • Validate cloud parity • Validate licensing and capacity Why it helps • Validate tenant settings • Provide Gov-safe fallback Lab connection Coverage: Covered. Use the lab README to demonstrate or discuss this topic. Review terms: parity. 13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Architecture decision review.</a:t>
            </a:r>
          </a:p>
          <a:p>
            <a:r>
              <a:t>Talking points to expand: Talking points, learner value, and lab connection Talking points • Requirements • Options Why it helps • Risks • Validation plan Lab connection Coverage: Covered. Use the lab README to demonstrate or discuss this topic. Review terms: decision, risks. 14</a:t>
            </a:r>
          </a:p>
          <a:p>
            <a:r>
              <a:t>Why it matters: Frame this module as architecture decision-making. Tie features to workload requirements and tenant validation.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Power BI Premium: https://learn.microsoft.com/power-bi/enterprise/service-premium-what-is | Microsoft Fabric capacities: https://learn.microsoft.com/fabric/enterprise/licenses | Direct Lake: https://learn.microsoft.com/fabric/get-started/direct-lake-overview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Premium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Capacity-aware architecture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User scale; Data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Licensing and capacity options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Power BI Pro; Premium Per User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Large semantic models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Model size;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XMLA endpoint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Read/write workflows; External 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Paginated reports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Pixel-perfect reporting; Operational reports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Fabric capacity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Capacity units; Workloads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Direct Lake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Import vs. DirectQuery vs. Direct Lake; Data freshness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OneLake, Lakehouse, and Warehouse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OneLake concept; Lakehouse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Capacity-aware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User scale</a:t>
            </a:r>
            <a:br/>
            <a:r>
              <a:t>• Data size</a:t>
            </a:r>
            <a:br/>
            <a:r>
              <a:t>• Refresh needs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performance</a:t>
            </a:r>
            <a:br/>
            <a:r>
              <a:t>•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Licensing and capacity options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Power BI Pro</a:t>
            </a:r>
            <a:br/>
            <a:r>
              <a:t>• Premium Per User</a:t>
            </a:r>
            <a:br/>
            <a:r>
              <a:t>• Premium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Fabric capacity</a:t>
            </a:r>
            <a:br/>
            <a:r>
              <a:t>• Workspace assignment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Large semantic models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Model size</a:t>
            </a:r>
            <a:br/>
            <a:r>
              <a:t>• Memory</a:t>
            </a:r>
            <a:br/>
            <a:r>
              <a:t>• Refresh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Storage format</a:t>
            </a:r>
            <a:br/>
            <a:r>
              <a:t>• Capacity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XMLA endpoint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Read/write workflows</a:t>
            </a:r>
            <a:br/>
            <a:r>
              <a:t>• External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ALM patterns</a:t>
            </a:r>
            <a:br/>
            <a:r>
              <a:t>• Security and admin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Paginated reports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Pixel-perfect reporting</a:t>
            </a:r>
            <a:br/>
            <a:r>
              <a:t>• Operational 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Export scenarios</a:t>
            </a:r>
            <a:br/>
            <a:r>
              <a:t>• Report 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Fabric capacity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Capacity units</a:t>
            </a:r>
            <a:br/>
            <a:r>
              <a:t>• Workloads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Workspace experience</a:t>
            </a:r>
            <a:br/>
            <a:r>
              <a:t>• Gov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Direct 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Import vs. DirectQuery vs. Direct Lake</a:t>
            </a:r>
            <a:br/>
            <a:r>
              <a:t>• Data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Modeling considerations</a:t>
            </a:r>
            <a:br/>
            <a:r>
              <a:t>• Fallback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OneLake, Lakehouse, and Warehouse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OneLake concept</a:t>
            </a:r>
            <a:br/>
            <a:r>
              <a:t>• Lakehouse pattern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Warehouse pattern</a:t>
            </a:r>
            <a:br/>
            <a:r>
              <a:t>• Power BI integration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Semantic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Notebook integration</a:t>
            </a:r>
            <a:br/>
            <a:r>
              <a:t>• Semantic model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 science workflows</a:t>
            </a:r>
            <a:br/>
            <a:r>
              <a:t>• Availability caveats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Capacity metrics and throttling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Interactive workload</a:t>
            </a:r>
            <a:br/>
            <a:r>
              <a:t>• Background workload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Refresh pressure</a:t>
            </a:r>
            <a:br/>
            <a:r>
              <a:t>• Throttling signals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Validate cloud parity</a:t>
            </a:r>
            <a:br/>
            <a:r>
              <a:t>• Validate licensing and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Validate tenant settings</a:t>
            </a:r>
            <a:br/>
            <a:r>
              <a:t>• Provide Gov-safe fallback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Architecture decision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Requirements</a:t>
            </a:r>
            <a:br/>
            <a:r>
              <a:t>• Options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Risks</a:t>
            </a:r>
            <a:br/>
            <a:r>
              <a:t>• Validation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