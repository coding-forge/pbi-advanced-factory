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 track: Welcome students to this module and explain that the goal is not to memorize features. The goal is to understand when a pattern helps authors build more trustworthy, maintainable, user-friendly Power BI solutions.</a:t>
            </a:r>
          </a:p>
          <a:p>
            <a:r>
              <a:t>Module framing: Frame this module as architecture decision-making. Tie features to workload requirements and tenant validation.</a:t>
            </a:r>
          </a:p>
          <a:p>
            <a:r>
              <a:t>Set expectations: presentation will introduce the theme, then the lab will let learners build or evaluate the pattern hands-on. Encourage questions about tradeoffs, not just button clicks.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Emphasize sequence and dependency. Explain what students should already know from prior modules and what this module adds on top.</a:t>
            </a:r>
          </a:p>
          <a:p>
            <a:r>
              <a:t>Module framing: Frame this module as architecture decision-making. Tie features to workload requirements and tenant validation.</a:t>
            </a:r>
          </a:p>
          <a:p>
            <a:r>
              <a:t>Transition: After this slide, move from the concept map into the specific pattern or lab activity.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1. Capacity-aware architecture.</a:t>
            </a:r>
          </a:p>
          <a:p>
            <a:r>
              <a:t>Talking points to expand: Talking points, learner value, and lab connection Talking points • User scale • Data size • Refresh needs Why it helps • Query performance • Governance Lab connection Coverage: Covered. Use the lab README to demonstrate or discuss this topic. Review terms: performance. 03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2. Licensing and capacity options.</a:t>
            </a:r>
          </a:p>
          <a:p>
            <a:r>
              <a:t>Talking points to expand: Talking points, learner value, and lab connection Talking points • Power BI Pro • Premium Per User • Premium capacity Why it helps • Fabric capacity • Workspace assignment Lab connection Coverage: Covered. Use the lab README to demonstrate or discuss this topic. Review terms: assignment. 04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3. Large semantic models.</a:t>
            </a:r>
          </a:p>
          <a:p>
            <a:r>
              <a:t>Talking points to expand: Talking points, learner value, and lab connection Talking points • Model size • Memory • Refresh Why it helps • Storage format • Capacity dependency Lab connection Coverage: Covered. Use the lab README to demonstrate or discuss this topic. Review terms: dependency, format, storage. 05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4. XMLA endpoint.</a:t>
            </a:r>
          </a:p>
          <a:p>
            <a:r>
              <a:t>Talking points to expand: Talking points, learner value, and lab connection Talking points • Read/write workflows • External tools Why it helps • ALM patterns • Security and admin settings Lab connection Coverage: Covered. Use the lab README to demonstrate or discuss this topic. Review terms: external, patterns, tools, workflows. 06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5. Paginated reports.</a:t>
            </a:r>
          </a:p>
          <a:p>
            <a:r>
              <a:t>Talking points to expand: Talking points, learner value, and lab connection Talking points • Pixel-perfect reporting • Operational reports Why it helps • Export scenarios • Report Builder Lab connection Coverage: Covered. Use the lab README to demonstrate or discuss this topic. Review terms: perfect, pixel, reporting. 07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6. Fabric capacity.</a:t>
            </a:r>
          </a:p>
          <a:p>
            <a:r>
              <a:t>Talking points to expand: Talking points, learner value, and lab connection Talking points • Capacity units • Workloads Why it helps • Workspace experience • Gov validation Lab connection Coverage: Covered. Use the lab README to demonstrate or discuss this topic. Review terms: experience, units, workloads. 08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7. Direct Lake.</a:t>
            </a:r>
          </a:p>
          <a:p>
            <a:r>
              <a:t>Talking points to expand: Talking points, learner value, and lab connection Talking points • Import vs. DirectQuery vs. Direct Lake • Data freshness Why it helps • Modeling considerations • Fallback options Lab connection Coverage: Covered. Use the lab README to demonstrate or discuss this topic. Review terms: freshness, modeling. 09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8. OneLake, Lakehouse, and Warehouse.</a:t>
            </a:r>
          </a:p>
          <a:p>
            <a:r>
              <a:t>Talking points to expand: Talking points, learner value, and lab connection Talking points • OneLake concept • Lakehouse pattern Why it helps • Warehouse pattern • Power BI integration Lab connection Coverage: Covered. Use the lab README to demonstrate or discuss this topic. Review terms: pattern. 10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9. Semantic Link.</a:t>
            </a:r>
          </a:p>
          <a:p>
            <a:r>
              <a:t>Talking points to expand: Talking points, learner value, and lab connection Talking points • Notebook integration • Semantic model access Why it helps • Data science workflows • Availability caveats Lab connection Coverage: Covered. Use the lab README to demonstrate or discuss this topic. Review terms: science, workflows. 11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10. Capacity metrics and throttling.</a:t>
            </a:r>
          </a:p>
          <a:p>
            <a:r>
              <a:t>Talking points to expand: Talking points, learner value, and lab connection Talking points • Interactive workload • Background workload Why it helps • Refresh pressure • Throttling signals Lab connection Coverage: Covered. Use the lab README to demonstrate or discuss this topic. Review terms: signals. 12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11. Azure Government considerations.</a:t>
            </a:r>
          </a:p>
          <a:p>
            <a:r>
              <a:t>Talking points to expand: Talking points, learner value, and lab connection Talking points • Validate cloud parity • Validate licensing and capacity Why it helps • Validate tenant settings • Provide Gov-safe fallback Lab connection Coverage: Covered. Use the lab README to demonstrate or discuss this topic. Review terms: parity. 13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12. Architecture decision review.</a:t>
            </a:r>
          </a:p>
          <a:p>
            <a:r>
              <a:t>Talking points to expand: Talking points, learner value, and lab connection Talking points • Requirements • Options Why it helps • Risks • Validation plan Lab connection Coverage: Covered. Use the lab README to demonstrate or discuss this topic. Review terms: decision, risks. 14</a:t>
            </a:r>
          </a:p>
          <a:p>
            <a:r>
              <a:t>Why it matters: Frame this module as architecture decision-making. Tie features to workload requirements and tenant validation.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Use this slide as the handoff for self-study. Do not read every link aloud. Point out which source is most relevant to the lab just completed and which source helps learners go deeper after class.</a:t>
            </a:r>
          </a:p>
          <a:p>
            <a:r>
              <a:t>Suggested prompt: Ask learners to bookmark the source that best matches the skill they want to improve next.</a:t>
            </a:r>
          </a:p>
          <a:p>
            <a:r>
              <a:t>Further learning: Power BI Premium: https://learn.microsoft.com/power-bi/enterprise/service-premium-what-is | Microsoft Fabric capacities: https://learn.microsoft.com/fabric/enterprise/licenses | Direct Lake: https://learn.microsoft.com/fabric/get-started/direct-lake-overview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Premium Fabric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Power BI Advanced Factory teaching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this to introduce the section before hands-on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Capacity-aware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User scale; Data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Licensing and capacity options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Power BI Pro; Premium Per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Large semantic models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Model size;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XMLA endpoint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Read/write workflows; External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Paginated reports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Pixel-perfect reporting; Operational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Fabric capacity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Capacity units; Workloads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Direct Lake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Import vs. DirectQuery vs. Direct Lake; Data freshness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OneLake, Lakehouse, and Warehouse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OneLake concept; Lakehouse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Capacity-aware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User scale</a:t>
            </a:r>
            <a:br/>
            <a:r>
              <a:t>• Data size</a:t>
            </a:r>
            <a:br/>
            <a:r>
              <a:t>• Refresh needs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Query performance</a:t>
            </a:r>
            <a:br/>
            <a:r>
              <a:t>•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performance.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Licensing and capacity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Power BI Pro</a:t>
            </a:r>
            <a:br/>
            <a:r>
              <a:t>• Premium Per User</a:t>
            </a:r>
            <a:br/>
            <a:r>
              <a:t>• Premium 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Fabric capacity</a:t>
            </a:r>
            <a:br/>
            <a:r>
              <a:t>• Workspace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assignment.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Large semantic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Model size</a:t>
            </a:r>
            <a:br/>
            <a:r>
              <a:t>• Memory</a:t>
            </a:r>
            <a:br/>
            <a:r>
              <a:t>•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Storage format</a:t>
            </a:r>
            <a:br/>
            <a:r>
              <a:t>• Capacity dependency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dependency, format, storage.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XMLA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Read/write workflows</a:t>
            </a:r>
            <a:br/>
            <a:r>
              <a:t>• External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ALM patterns</a:t>
            </a:r>
            <a:br/>
            <a:r>
              <a:t>• Security and admin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external, patterns, tools,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Paginated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Pixel-perfect reporting</a:t>
            </a:r>
            <a:br/>
            <a:r>
              <a:t>• Operational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Export scenarios</a:t>
            </a:r>
            <a:br/>
            <a:r>
              <a:t>• Report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perfect, pixel,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Fabric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Capacity units</a:t>
            </a:r>
            <a:br/>
            <a:r>
              <a:t>• Workloads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Workspace experience</a:t>
            </a:r>
            <a:br/>
            <a:r>
              <a:t>• Gov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experience, units, workloads.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Direct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Import vs. DirectQuery vs. Direct Lake</a:t>
            </a:r>
            <a:br/>
            <a:r>
              <a:t>• Data freshness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Modeling considerations</a:t>
            </a:r>
            <a:br/>
            <a:r>
              <a:t>• Fallback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freshness, modeling.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OneLake, Lakehouse, and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OneLake concept</a:t>
            </a:r>
            <a:br/>
            <a:r>
              <a:t>• Lakehouse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Warehouse pattern</a:t>
            </a:r>
            <a:br/>
            <a:r>
              <a:t>• Power BI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Semantic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Notebook integration</a:t>
            </a:r>
            <a:br/>
            <a:r>
              <a:t>• Semantic model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Data science workflows</a:t>
            </a:r>
            <a:br/>
            <a:r>
              <a:t>• Availability caveats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science,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Capacity metrics and throttling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Interactive workload</a:t>
            </a:r>
            <a:br/>
            <a:r>
              <a:t>• Background workload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Refresh pressure</a:t>
            </a:r>
            <a:br/>
            <a:r>
              <a:t>• Throttling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signals.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11. Azure Government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Validate cloud parity</a:t>
            </a:r>
            <a:br/>
            <a:r>
              <a:t>• Validate licensing and 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Validate tenant settings</a:t>
            </a:r>
            <a:br/>
            <a:r>
              <a:t>• Provide Gov-safe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parity.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12. Architecture decision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Requirements</a:t>
            </a:r>
            <a:br/>
            <a:r>
              <a:t>• Options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Risks</a:t>
            </a:r>
            <a:br/>
            <a:r>
              <a:t>• Validation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decision, risks.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