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operating content after publish: ownership, refresh, usage, settings, and support paths.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operating content after publish: ownership, refresh, usage, settings, and support paths.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Why monitoring and governance matter.</a:t>
            </a:r>
          </a:p>
          <a:p>
            <a:r>
              <a:t>Talking points to expand: Talking points, learner value, and lab connection Talking points • Production support • Adoption • Risk controls Why it helps • Refresh reliability • Ownership Lab connection Coverage: Covered. Use the lab README to demonstrate or discuss this topic. Review terms: matter, ownership, production, reliability. 03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Usage metrics.</a:t>
            </a:r>
          </a:p>
          <a:p>
            <a:r>
              <a:t>Talking points to expand: Talking points, learner value, and lab connection Talking points • Report views • Unique viewers • Trends Why it helps • App usage • Adoption interpretation Lab connection Coverage: Covered. Use the lab README to demonstrate or discuss this topic. Review terms: interpretation, trends. 04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Refresh monitoring.</a:t>
            </a:r>
          </a:p>
          <a:p>
            <a:r>
              <a:t>Talking points to expand: Talking points, learner value, and lab connection Talking points • Refresh history • Failure details • Credentials Why it helps • Gateway mapping • Source system issues Lab connection Coverage: Covered. Use the lab README to demonstrate or discuss this topic. Review terms: system. 05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Tenant settings.</a:t>
            </a:r>
          </a:p>
          <a:p>
            <a:r>
              <a:t>Talking points to expand: Talking points, learner value, and lab connection Talking points • Sharing • Export • Publish to web Why it helps • Certification • Build permission Lab connection Coverage: Covered. Use the lab README to demonstrate or discuss this topic. Review terms: build, users. 06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Gateway monitoring.</a:t>
            </a:r>
          </a:p>
          <a:p>
            <a:r>
              <a:t>Talking points to expand: Talking points, learner value, and lab connection Talking points • Gateway clusters • Data source mappings • Credentials Why it helps • Versioning • Network dependencies Lab connection Coverage: Covered. Use the lab README to demonstrate or discuss this topic. Review terms: clusters, dependencies, versioning. 07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Activity and audit logs.</a:t>
            </a:r>
          </a:p>
          <a:p>
            <a:r>
              <a:t>Talking points to expand: Talking points, learner value, and lab connection Talking points • What gets logged • Admin permissions • Audit configuration Why it helps • Investigation examples • Gov validation Lab connection Coverage: Covered. Use the lab README to demonstrate or discuss this topic. Review terms: examples, investigation, logged. 08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Admin monitoring workspace.</a:t>
            </a:r>
          </a:p>
          <a:p>
            <a:r>
              <a:t>Talking points to expand: Talking points, learner value, and lab connection Talking points • Admin insights • Tenant visibility Why it helps • Availability considerations • Role requirements Lab connection Coverage: Covered. Use the lab README to demonstrate or discuss this topic. Review terms: considerations, insights, visibility. 09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Capacity metrics.</a:t>
            </a:r>
          </a:p>
          <a:p>
            <a:r>
              <a:t>Talking points to expand: Talking points, learner value, and lab connection Talking points • CPU and memory indicators • Refresh impact • Interactive workload Why it helps • Throttling concepts • Gov validation Lab connection Coverage: Covered. Use the lab README to demonstrate or discuss this topic. Review terms: concepts, impact, interactive. 10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Purview and DLP.</a:t>
            </a:r>
          </a:p>
          <a:p>
            <a:r>
              <a:t>Talking points to expand: Talking points, learner value, and lab connection Talking points • Sensitivity labels • Data loss prevention Why it helps • Export controls • Compliance workflow Lab connection Coverage: Covered. Use the lab README to demonstrate or discuss this topic. Review terms: prevention, workflow. 11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Adoption tracking.</a:t>
            </a:r>
          </a:p>
          <a:p>
            <a:r>
              <a:t>Talking points to expand: Talking points, learner value, and lab connection Talking points • Usage patterns • Training needs Why it helps • Support signals • Retirement candidates Lab connection Coverage: Partial. Use the lab README to demonstrate or discuss this topic. Review terms: candidates, needs, patterns, retirement, tracking. 12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Operations model.</a:t>
            </a:r>
          </a:p>
          <a:p>
            <a:r>
              <a:t>Talking points to expand: Talking points, learner value, and lab connection Talking points • Owners • Support path • Incident handling Why it helps • Change control • Review cadence Lab connection Coverage: Covered. Use the lab README to demonstrate or discuss this topic. Review terms: change, handling, owners. 13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Monitoring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Student module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Why monitoring and governance matter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Production support; Adoption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Usage metrics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 views; Unique viewers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Refresh monitoring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Refresh history; Failure details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Tenant settings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Sharing; Export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Gateway monitoring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Gateway clusters; Data source mappings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Activity and audit logs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What gets logged; Admin permissions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Admin monitoring workspace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Admin insights; Tenant visibility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Capacity metrics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CPU and memory indicators; Refresh 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Why monitoring and governance matter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Production support</a:t>
            </a:r>
            <a:br/>
            <a:r>
              <a:t>• Adoption</a:t>
            </a:r>
            <a:br/>
            <a:r>
              <a:t>• Risk controls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Refresh reliability</a:t>
            </a:r>
            <a:br/>
            <a:r>
              <a:t>• Ownership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Usage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Report views</a:t>
            </a:r>
            <a:br/>
            <a:r>
              <a:t>• Unique viewers</a:t>
            </a:r>
            <a:br/>
            <a:r>
              <a:t>• Trends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App usage</a:t>
            </a:r>
            <a:br/>
            <a:r>
              <a:t>• Adoption interpretation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Refresh monitoring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Refresh history</a:t>
            </a:r>
            <a:br/>
            <a:r>
              <a:t>• Failure details</a:t>
            </a:r>
            <a:br/>
            <a:r>
              <a:t>• Credentials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Gateway mapping</a:t>
            </a:r>
            <a:br/>
            <a:r>
              <a:t>• Source system issues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Tenant settings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Sharing</a:t>
            </a:r>
            <a:br/>
            <a:r>
              <a:t>• Export</a:t>
            </a:r>
            <a:br/>
            <a:r>
              <a:t>• Publish to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Certification</a:t>
            </a:r>
            <a:br/>
            <a:r>
              <a:t>• Build permission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Gateway monitoring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Gateway clusters</a:t>
            </a:r>
            <a:br/>
            <a:r>
              <a:t>• Data source mappings</a:t>
            </a:r>
            <a:br/>
            <a:r>
              <a:t>• Credentials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Versioning</a:t>
            </a:r>
            <a:br/>
            <a:r>
              <a:t>• Network dependencies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Activity and audit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What gets logged</a:t>
            </a:r>
            <a:br/>
            <a:r>
              <a:t>• Admin permissions</a:t>
            </a:r>
            <a:br/>
            <a:r>
              <a:t>• Audit configuration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Investigation examples</a:t>
            </a:r>
            <a:br/>
            <a:r>
              <a:t>• Gov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Admin monitoring workspace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Admin insights</a:t>
            </a:r>
            <a:br/>
            <a:r>
              <a:t>• Tenant visibility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Availability considerations</a:t>
            </a:r>
            <a:br/>
            <a:r>
              <a:t>• Role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Capacity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CPU and memory indicators</a:t>
            </a:r>
            <a:br/>
            <a:r>
              <a:t>• Refresh impact</a:t>
            </a:r>
            <a:br/>
            <a:r>
              <a:t>• Interactive workload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Throttling concepts</a:t>
            </a:r>
            <a:br/>
            <a:r>
              <a:t>• Gov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Purview and DLP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Sensitivity labels</a:t>
            </a:r>
            <a:br/>
            <a:r>
              <a:t>• Data loss prevention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Export controls</a:t>
            </a:r>
            <a:br/>
            <a:r>
              <a:t>• Compliance workflow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Adoption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Usage patterns</a:t>
            </a:r>
            <a:br/>
            <a:r>
              <a:t>• Training 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Support signals</a:t>
            </a:r>
            <a:br/>
            <a:r>
              <a:t>• Retirement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Operations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Owners</a:t>
            </a:r>
            <a:br/>
            <a:r>
              <a:t>• Support path</a:t>
            </a:r>
            <a:br/>
            <a:r>
              <a:t>• Incident handling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Change control</a:t>
            </a:r>
            <a:br/>
            <a:r>
              <a:t>• Review cadence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Monitoring checklist</a:t>
            </a:r>
            <a:br/>
            <a:r>
              <a:t>• Runbook completion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Gov validation notes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