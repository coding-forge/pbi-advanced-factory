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Monitoring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Production support; Adoption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views; Unique viewers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Refresh history; Failure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Sharing; Export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Gateway clusters; Data source mappings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gets logged; Admin permissions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Admin insights; Tenant visibility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CPU and memory indicators; Refresh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support</a:t>
            </a:r>
            <a:br/>
            <a:r>
              <a:t>• Adoption</a:t>
            </a:r>
            <a:br/>
            <a:r>
              <a:t>• Risk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reliability</a:t>
            </a:r>
            <a:br/>
            <a:r>
              <a:t>• Ownership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matter, ownership, production, reliability.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views</a:t>
            </a:r>
            <a:br/>
            <a:r>
              <a:t>• Unique viewers</a:t>
            </a:r>
            <a:br/>
            <a:r>
              <a:t>• Trends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App usage</a:t>
            </a:r>
            <a:br/>
            <a:r>
              <a:t>• Adoption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interpretation, trends.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history</a:t>
            </a:r>
            <a:br/>
            <a:r>
              <a:t>• Failure details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Gateway mapping</a:t>
            </a:r>
            <a:br/>
            <a:r>
              <a:t>• Source system issues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Sharing</a:t>
            </a:r>
            <a:br/>
            <a:r>
              <a:t>• Export</a:t>
            </a:r>
            <a:br/>
            <a:r>
              <a:t>• Publish to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Certification</a:t>
            </a:r>
            <a:br/>
            <a:r>
              <a:t>• Build permission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build, users.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Gateway clusters</a:t>
            </a:r>
            <a:br/>
            <a:r>
              <a:t>• Data source mappings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Versioning</a:t>
            </a:r>
            <a:br/>
            <a:r>
              <a:t>• Network dependencies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clusters, dependencies, versioning.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gets logged</a:t>
            </a:r>
            <a:br/>
            <a:r>
              <a:t>• Admin permissions</a:t>
            </a:r>
            <a:br/>
            <a:r>
              <a:t>• Audit configuration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Investigation examples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examples, investigation, logged.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Admin insights</a:t>
            </a:r>
            <a:br/>
            <a:r>
              <a:t>• Tenant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Availability considerations</a:t>
            </a:r>
            <a:br/>
            <a:r>
              <a:t>• Role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insights, visibility.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CPU and memory indicators</a:t>
            </a:r>
            <a:br/>
            <a:r>
              <a:t>• Refresh impact</a:t>
            </a:r>
            <a:br/>
            <a:r>
              <a:t>• Interactive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Throttling concepts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concepts, impact, interactive.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Purview and DLP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Sensitivity labels</a:t>
            </a:r>
            <a:br/>
            <a:r>
              <a:t>• Data loss prevention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Export controls</a:t>
            </a:r>
            <a:br/>
            <a:r>
              <a:t>• Compliance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prevention,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Adoption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Usage patterns</a:t>
            </a:r>
            <a:br/>
            <a:r>
              <a:t>• Training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Support signals</a:t>
            </a:r>
            <a:br/>
            <a:r>
              <a:t>• Retirement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candidates, needs, patterns, retirement, tracking.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Operations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Owners</a:t>
            </a:r>
            <a:br/>
            <a:r>
              <a:t>• Support path</a:t>
            </a:r>
            <a:br/>
            <a:r>
              <a:t>• Incident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control</a:t>
            </a:r>
            <a:br/>
            <a:r>
              <a:t>• Review cadence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change, handling, owners.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Monitoring checklist</a:t>
            </a:r>
            <a:br/>
            <a:r>
              <a:t>• Runbook completion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 validation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