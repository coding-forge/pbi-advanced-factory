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Security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Power BI Advanced Factory teaching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this to introduce the section before hands-on labs.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Power BI security layers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Tenant settings; Workspace roles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Content access vs. data access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Who can open the report?; Who can build from the semantic model?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Static RLS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Role filters; Territory examples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Dynamic RLS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Security mapping tables; `USERPRINCIPALNAME()`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Service role assignment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Assigning users and groups; Testing as role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Build permission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Semantic model reuse; Thin reports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Object-level security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Hiding tables or columns; Tooling and capacity considerations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Sensitivity labels and Purview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Label inheritance; Export controls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Power BI security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Tenant settings</a:t>
            </a:r>
            <a:br/>
            <a:r>
              <a:t>• Workspace roles</a:t>
            </a:r>
            <a:br/>
            <a:r>
              <a:t>• App audiences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Sharing links</a:t>
            </a:r>
            <a:br/>
            <a:r>
              <a:t>• Build permission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audiences, layers, links, workspace.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Content access vs. data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Who can open the report?</a:t>
            </a:r>
            <a:br/>
            <a:r>
              <a:t>• Who can build from the semantic model?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What data is visible after access is granted?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after, granted.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Static RLS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Role filters</a:t>
            </a:r>
            <a:br/>
            <a:r>
              <a:t>• Territory examples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Testing roles</a:t>
            </a:r>
            <a:br/>
            <a:r>
              <a:t>• Maintenance tradeoffs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examples, maintenance, tradeoffs.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Dynamic RLS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Security mapping tables</a:t>
            </a:r>
            <a:br/>
            <a:r>
              <a:t>• `USERPRINCIPALNAME()`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Many-to-many security mapping</a:t>
            </a:r>
            <a:br/>
            <a:r>
              <a:t>• Identity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identity.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Service role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Assigning users and groups</a:t>
            </a:r>
            <a:br/>
            <a:r>
              <a:t>• Testing as role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Workspace role implications</a:t>
            </a:r>
            <a:br/>
            <a:r>
              <a:t>• App distribution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assigning, assignment, distribution, implications, workspace.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Build permission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Semantic model reuse</a:t>
            </a:r>
            <a:br/>
            <a:r>
              <a:t>• Thin reports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Analyze in Excel</a:t>
            </a:r>
            <a:br/>
            <a:r>
              <a:t>• Downstream data access risk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reports.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Object-level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Hiding tables or columns</a:t>
            </a:r>
            <a:br/>
            <a:r>
              <a:t>• Tooling and capacity considerations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Validation requirements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considerations, hiding.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Sensitivity labels and Purview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Label inheritance</a:t>
            </a:r>
            <a:br/>
            <a:r>
              <a:t>• Export controls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MIP/Purview setup</a:t>
            </a:r>
            <a:br/>
            <a:r>
              <a:t>• Tenant policy dependency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dependency, setup.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Sharing and external users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Direct sharing</a:t>
            </a:r>
            <a:br/>
            <a:r>
              <a:t>• Apps</a:t>
            </a:r>
            <a:br/>
            <a:r>
              <a:t>• Workspace access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B2B and guest users</a:t>
            </a:r>
            <a:br/>
            <a:r>
              <a:t>• Gov restrictions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direct, guest, restrictions, workspace.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Security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Test as role</a:t>
            </a:r>
            <a:br/>
            <a:r>
              <a:t>• Test users</a:t>
            </a:r>
            <a:br/>
            <a:r>
              <a:t>• Group membership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Negative testing</a:t>
            </a:r>
            <a:br/>
            <a:r>
              <a:t>• Documentation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documentation, membership, negative.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Azure Government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RLS is Gov-ready.</a:t>
            </a:r>
            <a:br/>
            <a:r>
              <a:t>• OLS, labels, Purview, external sharing, and B2B require validation.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Customer policy may be stricter than platform capability.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capability, considerations, platform, stricter.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Security review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Access path</a:t>
            </a:r>
            <a:br/>
            <a:r>
              <a:t>• Data filter path</a:t>
            </a:r>
            <a:br/>
            <a:r>
              <a:t>• Export behavior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Build permission</a:t>
            </a:r>
            <a:br/>
            <a:r>
              <a:t>• Validation evidence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