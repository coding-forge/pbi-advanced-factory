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Service Enterprise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Power BI Advanced Factory teaching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this to introduce the section before hands-on labs.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From authoring to enterprise deployment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PBIP source of record; Publishing targets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Workspace design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Development, test, production; Domain or subject-area workspaces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Workspace roles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Admin; Member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4. Publishing content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Reports; Semantic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5. Refresh configuration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Scheduled refresh; Credentials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6. Gateways and cloud connections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On-premises data gateway; Gateway clusters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7. Shared semantic models and thin reports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Reuse pattern; Build permission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8. Power BI Apps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App packaging; App consumers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1. From authoring to enterprise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PBIP source of record</a:t>
            </a:r>
            <a:br/>
            <a:r>
              <a:t>• Publishing targets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Ownership</a:t>
            </a:r>
            <a:br/>
            <a:r>
              <a:t>• Supportability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authoring, supportability, targets.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2. Workspace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Development, test, production</a:t>
            </a:r>
            <a:br/>
            <a:r>
              <a:t>• Domain or subject-area workspaces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Naming conventions</a:t>
            </a:r>
            <a:br/>
            <a:r>
              <a:t>• Ownership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conventions, design, domain, naming,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3. Workspace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Admin</a:t>
            </a:r>
            <a:br/>
            <a:r>
              <a:t>• Member</a:t>
            </a:r>
            <a:br/>
            <a:r>
              <a:t>• Contributor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Viewer</a:t>
            </a:r>
            <a:br/>
            <a:r>
              <a:t>• Security implications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admin, contributor, member, roles, viewer.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4. Publishing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Reports</a:t>
            </a:r>
            <a:br/>
            <a:r>
              <a:t>• Semantic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PBIP-originated artifacts</a:t>
            </a:r>
            <a:br/>
            <a:r>
              <a:t>• Ownership and takeover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originated, takeover.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5. Refresh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Scheduled refresh</a:t>
            </a:r>
            <a:br/>
            <a:r>
              <a:t>• Credentials</a:t>
            </a:r>
            <a:br/>
            <a:r>
              <a:t>• Privacy levels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Refresh history</a:t>
            </a:r>
            <a:br/>
            <a:r>
              <a:t>• Troubleshooting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levels, privacy.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6. Gateways and cloud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On-premises data gateway</a:t>
            </a:r>
            <a:br/>
            <a:r>
              <a:t>• Gateway clusters</a:t>
            </a:r>
            <a:br/>
            <a:r>
              <a:t>• Data source mappings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Cloud connections</a:t>
            </a:r>
            <a:br/>
            <a:r>
              <a:t>• Gov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clusters, mappings, premises.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7. Shared semantic models and thin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Reuse pattern</a:t>
            </a:r>
            <a:br/>
            <a:r>
              <a:t>• Build permission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Certified semantic models</a:t>
            </a:r>
            <a:br/>
            <a:r>
              <a:t>• Impact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analysis, impact,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8. Power BI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App packaging</a:t>
            </a:r>
            <a:br/>
            <a:r>
              <a:t>• App consumers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Update process</a:t>
            </a:r>
            <a:br/>
            <a:r>
              <a:t>• Audience targeting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packaging, targeting.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9. Deployment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Dev/test/prod stages</a:t>
            </a:r>
            <a:br/>
            <a:r>
              <a:t>• Deployment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Capacity/licensing requirements</a:t>
            </a:r>
            <a:br/>
            <a:r>
              <a:t>• Gov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none.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10. Endorsement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Promoted</a:t>
            </a:r>
            <a:br/>
            <a:r>
              <a:t>• Certified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Governance workflow</a:t>
            </a:r>
            <a:br/>
            <a:r>
              <a:t>• Ownership and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11. Azure Government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Tenant restrictions</a:t>
            </a:r>
            <a:br/>
            <a:r>
              <a:t>• Gateways and network</a:t>
            </a:r>
            <a:br/>
            <a:r>
              <a:t>• App audiences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Deployment pipelines</a:t>
            </a:r>
            <a:br/>
            <a:r>
              <a:t>• Cloud connections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considerations, restrictions.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12. Lab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Workspace setup</a:t>
            </a:r>
            <a:br/>
            <a:r>
              <a:t>•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App distribution</a:t>
            </a:r>
            <a:br/>
            <a:r>
              <a:t>• Governance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none.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