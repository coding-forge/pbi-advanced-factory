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moving from a working desktop file to governed content users can trust in the Service.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moving from a working desktop file to governed content users can trust in the Service.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From authoring to enterprise deployment.</a:t>
            </a:r>
          </a:p>
          <a:p>
            <a:r>
              <a:t>Talking points to expand: Talking points, learner value, and lab connection Talking points • PBIP source of record • Publishing targets Why it helps • Ownership • Supportability Lab connection Coverage: Covered. Use the lab README to demonstrate or discuss this topic. Review terms: authoring, supportability, targets. 03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Workspace design.</a:t>
            </a:r>
          </a:p>
          <a:p>
            <a:r>
              <a:t>Talking points to expand: Talking points, learner value, and lab connection Talking points • Development, test, production • Domain or subject-area workspaces Why it helps • Naming conventions • Ownership model Lab connection Coverage: Partial. Use the lab README to demonstrate or discuss this topic. Review terms: conventions, design, domain, naming, production. 04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Workspace roles.</a:t>
            </a:r>
          </a:p>
          <a:p>
            <a:r>
              <a:t>Talking points to expand: Talking points, learner value, and lab connection Talking points • Admin • Member • Contributor Why it helps • Viewer • Security implications Lab connection Coverage: Partial. Use the lab README to demonstrate or discuss this topic. Review terms: admin, contributor, member, roles, viewer. 05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Publishing content.</a:t>
            </a:r>
          </a:p>
          <a:p>
            <a:r>
              <a:t>Talking points to expand: Talking points, learner value, and lab connection Talking points • Reports • Semantic models Why it helps • PBIP-originated artifacts • Ownership and takeover Lab connection Coverage: Covered. Use the lab README to demonstrate or discuss this topic. Review terms: originated, takeover. 06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Refresh configuration.</a:t>
            </a:r>
          </a:p>
          <a:p>
            <a:r>
              <a:t>Talking points to expand: Talking points, learner value, and lab connection Talking points • Scheduled refresh • Credentials • Privacy levels Why it helps • Refresh history • Troubleshooting Lab connection Coverage: Covered. Use the lab README to demonstrate or discuss this topic. Review terms: levels, privacy. 07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Gateways and cloud connections.</a:t>
            </a:r>
          </a:p>
          <a:p>
            <a:r>
              <a:t>Talking points to expand: Talking points, learner value, and lab connection Talking points • On-premises data gateway • Gateway clusters • Data source mappings Why it helps • Cloud connections • Gov validation Lab connection Coverage: Covered. Use the lab README to demonstrate or discuss this topic. Review terms: clusters, mappings, premises. 08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Shared semantic models and thin reports.</a:t>
            </a:r>
          </a:p>
          <a:p>
            <a:r>
              <a:t>Talking points to expand: Talking points, learner value, and lab connection Talking points • Reuse pattern • Build permission Why it helps • Certified semantic models • Impact analysis Lab connection Coverage: Covered. Use the lab README to demonstrate or discuss this topic. Review terms: analysis, impact, pattern. 09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Power BI Apps.</a:t>
            </a:r>
          </a:p>
          <a:p>
            <a:r>
              <a:t>Talking points to expand: Talking points, learner value, and lab connection Talking points • App packaging • App consumers Why it helps • Update process • Audience targeting Lab connection Coverage: Covered. Use the lab README to demonstrate or discuss this topic. Review terms: packaging, targeting. 10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Deployment pipelines.</a:t>
            </a:r>
          </a:p>
          <a:p>
            <a:r>
              <a:t>Talking points to expand: Talking points, learner value, and lab connection Talking points • Dev/test/prod stages • Deployment rules Why it helps • Capacity/licensing requirements • Gov validation Lab connection Coverage: Covered. Use the lab README to demonstrate or discuss this topic. Review terms: none. 11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Endorsement.</a:t>
            </a:r>
          </a:p>
          <a:p>
            <a:r>
              <a:t>Talking points to expand: Talking points, learner value, and lab connection Talking points • Promoted • Certified Why it helps • Governance workflow • Ownership and support Lab connection Coverage: Covered. Use the lab README to demonstrate or discuss this topic. Review terms: workflow. 12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Azure Government considerations.</a:t>
            </a:r>
          </a:p>
          <a:p>
            <a:r>
              <a:t>Talking points to expand: Talking points, learner value, and lab connection Talking points • Tenant restrictions • Gateways and network • App audiences Why it helps • Deployment pipelines • Cloud connections Lab connection Coverage: Covered. Use the lab README to demonstrate or discuss this topic. Review terms: considerations, restrictions. 13</a:t>
            </a:r>
          </a:p>
          <a:p>
            <a:r>
              <a:t>Why it matters: Frame this module as moving from a working desktop file to governed content users can trust in the Service.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Publish from Desktop: https://learn.microsoft.com/power-bi/create-reports/desktop-upload-desktop-files | Power BI Apps: https://learn.microsoft.com/power-bi/collaborate-share/service-create-distribute-apps | Deployment pipelines: https://learn.microsoft.com/power-bi/create-reports/deployment-pipelines-overview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Service Enterprise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From authoring to enterprise deployment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PBIP source of record; Publishing targets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Workspace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Development, test, production; Domain or subject-area workspaces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Workspace roles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Admin; Member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Publishing content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Reports; Semantic models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Refresh configuration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Scheduled refresh; Credentials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Gateways and cloud connections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On-premises data gateway; Gateway clusters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Shared semantic models and thin reports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Reuse pattern; Build permission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Power BI Apps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App packaging; App consumers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From authoring to enterprise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PBIP source of record</a:t>
            </a:r>
            <a:br/>
            <a:r>
              <a:t>• Publishing targets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Ownership</a:t>
            </a:r>
            <a:br/>
            <a:r>
              <a:t>• Supportability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Workspace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Development, test, production</a:t>
            </a:r>
            <a:br/>
            <a:r>
              <a:t>• Domain or subject-area workspaces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Naming conventions</a:t>
            </a:r>
            <a:br/>
            <a:r>
              <a:t>• Ownership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Workspace roles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Admin</a:t>
            </a:r>
            <a:br/>
            <a:r>
              <a:t>• Member</a:t>
            </a:r>
            <a:br/>
            <a:r>
              <a:t>• Contributor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Viewer</a:t>
            </a:r>
            <a:br/>
            <a:r>
              <a:t>• Security implications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Publishing content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Reports</a:t>
            </a:r>
            <a:br/>
            <a:r>
              <a:t>• Semantic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PBIP-originated artifacts</a:t>
            </a:r>
            <a:br/>
            <a:r>
              <a:t>• Ownership and takeover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Refresh configuration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Scheduled refresh</a:t>
            </a:r>
            <a:br/>
            <a:r>
              <a:t>• Credentials</a:t>
            </a:r>
            <a:br/>
            <a:r>
              <a:t>• Privacy levels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history</a:t>
            </a:r>
            <a:br/>
            <a:r>
              <a:t>• Troubleshooting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Gateways and cloud connections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On-premises data gateway</a:t>
            </a:r>
            <a:br/>
            <a:r>
              <a:t>• Gateway clusters</a:t>
            </a:r>
            <a:br/>
            <a:r>
              <a:t>• Data source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Cloud connections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Shared semantic models and thin reports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Reuse pattern</a:t>
            </a:r>
            <a:br/>
            <a:r>
              <a:t>• Build permission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Certified semantic models</a:t>
            </a:r>
            <a:br/>
            <a:r>
              <a:t>• Impact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Power BI Apps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App packaging</a:t>
            </a:r>
            <a:br/>
            <a:r>
              <a:t>• App consumers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Update process</a:t>
            </a:r>
            <a:br/>
            <a:r>
              <a:t>• Audience targeting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Deployment pipelines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Dev/test/prod stages</a:t>
            </a:r>
            <a:br/>
            <a:r>
              <a:t>• Deployment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Capacity/licensing requirements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Endorsement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Promoted</a:t>
            </a:r>
            <a:br/>
            <a:r>
              <a:t>• Certified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Governance workflow</a:t>
            </a:r>
            <a:br/>
            <a:r>
              <a:t>• Ownership and support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Tenant restrictions</a:t>
            </a:r>
            <a:br/>
            <a:r>
              <a:t>• Gateways and network</a:t>
            </a:r>
            <a:br/>
            <a:r>
              <a:t>• App audiences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Deployment pipelines</a:t>
            </a:r>
            <a:br/>
            <a:r>
              <a:t>• Cloud connections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Workspace setup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App distribution</a:t>
            </a:r>
            <a:br/>
            <a:r>
              <a:t>• Governance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